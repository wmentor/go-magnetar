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3" Target="docProps/core.xml" Type="http://schemas.openxmlformats.org/package/2006/relationships/metadata/core-properties"/>
  <Relationship Id="rId2" Target="docProps/app.xml" Type="http://schemas.openxmlformats.org/officeDocument/2006/relationships/extended-properties"/>
</Relationships>

</file>

<file path=ppt/presentation.xml><?xml version="1.0" encoding="utf-8"?>
<p:presentation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/>
  <p:notesSz cx="6858000" cy="12188825"/>
</p:presentation>
</file>

<file path=ppt/tableStyles.xml><?xml version="1.0" encoding="utf-8"?>
<a:tblStyleLs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>
  <a:tblStyle styleId="{21E4AEA4-8DFA-4A89-87EB-49C32662AFE0}" styleName="Medium Style 2 - Accent 2">
    <a:wholeTbl>
      <a:tcTxStyle b="def" i="def">
        <a:fontRef idx="minor"/>
        <a:schemeClr val="dk1"/>
      </a:tcTxStyle>
      <a:tcStyle>
        <a:tcBdr>
          <a:left>
            <a:ln w="12700">
              <a:solidFill>
                <a:schemeClr val="lt1"/>
              </a:solidFill>
              <a:prstDash val="solid"/>
            </a:ln>
          </a:left>
          <a:right>
            <a:ln w="12700">
              <a:solidFill>
                <a:schemeClr val="lt1"/>
              </a:solidFill>
              <a:prstDash val="solid"/>
            </a:ln>
          </a:right>
          <a:top>
            <a:ln w="12700">
              <a:solidFill>
                <a:schemeClr val="lt1"/>
              </a:solidFill>
              <a:prstDash val="solid"/>
            </a:ln>
          </a:top>
          <a:bottom>
            <a:ln w="12700">
              <a:solidFill>
                <a:schemeClr val="lt1"/>
              </a:solidFill>
              <a:prstDash val="solid"/>
            </a:ln>
          </a:bottom>
          <a:insideH>
            <a:ln w="12700">
              <a:solidFill>
                <a:schemeClr val="lt1"/>
              </a:solidFill>
              <a:prstDash val="solid"/>
            </a:ln>
          </a:insideH>
          <a:insideV>
            <a:ln w="12700">
              <a:solidFill>
                <a:schemeClr val="lt1"/>
              </a:solidFill>
              <a:prstDash val="solid"/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fill>
          <a:solidFill>
            <a:schemeClr val="accent2">
              <a:tint val="40000"/>
            </a:schemeClr>
          </a:solidFill>
        </a:fill>
      </a:tcStyle>
    </a:band1H>
    <a:band2H>
      <a:tcStyle/>
    </a:band2H>
    <a:band1V>
      <a:tcStyle>
        <a:fill>
          <a:solidFill>
            <a:schemeClr val="accent2">
              <a:tint val="40000"/>
            </a:schemeClr>
          </a:solidFill>
        </a:fill>
      </a:tcStyle>
    </a:band1V>
    <a:band2V>
      <a:tcStyle/>
    </a:band2V>
    <a:lastCol>
      <a:tcTxStyle b="on" i="def">
        <a:fontRef idx="minor"/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def">
        <a:fontRef idx="minor"/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def">
        <a:fontRef idx="minor"/>
        <a:schemeClr val="lt1"/>
      </a:tcTxStyle>
      <a:tcStyle>
        <a:tcBdr>
          <a:top>
            <a:ln w="38100">
              <a:solidFill>
                <a:schemeClr val="lt1"/>
              </a:solidFill>
              <a:prstDash val="solid"/>
            </a:ln>
          </a:top>
        </a:tcBdr>
        <a:fill>
          <a:solidFill>
            <a:schemeClr val="accent2"/>
          </a:solidFill>
        </a:fill>
      </a:tcStyle>
    </a:lastRow>
    <a:firstRow>
      <a:tcTxStyle b="on" i="def">
        <a:fontRef idx="minor"/>
        <a:schemeClr val="lt1"/>
      </a:tcTxStyle>
      <a:tcStyle>
        <a:tcBdr>
          <a:bottom>
            <a:ln w="38100">
              <a:solidFill>
                <a:schemeClr val="lt1"/>
              </a:solidFill>
              <a:prstDash val="solid"/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 b="def" i="def">
        <a:fontRef idx="minor"/>
        <a:schemeClr val="tx1"/>
      </a:tcTxStyle>
      <a:tcStyle>
        <a:tcBdr>
          <a:left>
            <a:ln w="12700">
              <a:solidFill>
                <a:schemeClr val="tx1"/>
              </a:solidFill>
              <a:prstDash val="solid"/>
            </a:ln>
          </a:left>
          <a:right>
            <a:ln w="12700">
              <a:solidFill>
                <a:schemeClr val="tx1"/>
              </a:solidFill>
              <a:prstDash val="solid"/>
            </a:ln>
          </a:right>
          <a:top>
            <a:ln w="12700">
              <a:solidFill>
                <a:schemeClr val="tx1"/>
              </a:solidFill>
              <a:prstDash val="solid"/>
            </a:ln>
          </a:top>
          <a:bottom>
            <a:ln w="12700">
              <a:solidFill>
                <a:schemeClr val="tx1"/>
              </a:solidFill>
              <a:prstDash val="solid"/>
            </a:ln>
          </a:bottom>
          <a:insideH>
            <a:ln w="12700">
              <a:solidFill>
                <a:schemeClr val="tx1"/>
              </a:solidFill>
              <a:prstDash val="solid"/>
            </a:ln>
          </a:insideH>
          <a:insideV>
            <a:ln w="12700">
              <a:solidFill>
                <a:schemeClr val="tx1"/>
              </a:solidFill>
              <a:prstDash val="solid"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 b="def" i="def">
        <a:fontRef idx="minor"/>
        <a:schemeClr val="dk1"/>
      </a:tcTxStyle>
      <a:tcStyle>
        <a:tcBdr>
          <a:left>
            <a:ln w="12700">
              <a:solidFill>
                <a:schemeClr val="lt1"/>
              </a:solidFill>
              <a:prstDash val="solid"/>
            </a:ln>
          </a:left>
          <a:right>
            <a:ln w="12700">
              <a:solidFill>
                <a:schemeClr val="lt1"/>
              </a:solidFill>
              <a:prstDash val="solid"/>
            </a:ln>
          </a:right>
          <a:top>
            <a:ln w="12700">
              <a:solidFill>
                <a:schemeClr val="lt1"/>
              </a:solidFill>
              <a:prstDash val="solid"/>
            </a:ln>
          </a:top>
          <a:bottom>
            <a:ln w="12700">
              <a:solidFill>
                <a:schemeClr val="lt1"/>
              </a:solidFill>
              <a:prstDash val="solid"/>
            </a:ln>
          </a:bottom>
          <a:insideH>
            <a:ln w="12700">
              <a:solidFill>
                <a:schemeClr val="lt1"/>
              </a:solidFill>
              <a:prstDash val="solid"/>
            </a:ln>
          </a:insideH>
          <a:insideV>
            <a:ln w="12700">
              <a:solidFill>
                <a:schemeClr val="lt1"/>
              </a:solidFill>
              <a:prstDash val="solid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2H>
      <a:tcStyle/>
    </a:band2H>
    <a:band1V>
      <a:tcStyle>
        <a:fill>
          <a:solidFill>
            <a:schemeClr val="accent1">
              <a:tint val="40000"/>
            </a:schemeClr>
          </a:solidFill>
        </a:fill>
      </a:tcStyle>
    </a:band1V>
    <a:band2V>
      <a:tcStyle/>
    </a:band2V>
    <a:lastCol>
      <a:tcTxStyle b="on" i="def">
        <a:fontRef idx="minor"/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def">
        <a:fontRef idx="minor"/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def">
        <a:fontRef idx="minor"/>
        <a:schemeClr val="lt1"/>
      </a:tcTxStyle>
      <a:tcStyle>
        <a:tcBdr>
          <a:top>
            <a:ln w="38100">
              <a:solidFill>
                <a:schemeClr val="lt1"/>
              </a:solidFill>
              <a:prstDash val="solid"/>
            </a:ln>
          </a:top>
        </a:tcBdr>
        <a:fill>
          <a:solidFill>
            <a:schemeClr val="accent1"/>
          </a:solidFill>
        </a:fill>
      </a:tcStyle>
    </a:lastRow>
    <a:firstRow>
      <a:tcTxStyle b="on" i="def">
        <a:fontRef idx="minor"/>
        <a:schemeClr val="lt1"/>
      </a:tcTxStyle>
      <a:tcStyle>
        <a:tcBdr>
          <a:bottom>
            <a:ln w="38100">
              <a:solidFill>
                <a:schemeClr val="lt1"/>
              </a:solidFill>
              <a:prstDash val="solid"/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 b="def" i="def">
        <a:fontRef idx="minor"/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 i="def"/>
      <a:tcStyle/>
    </a:lastCol>
    <a:firstCol>
      <a:tcTxStyle b="on" i="def"/>
      <a:tcStyle/>
    </a:firstCol>
    <a:lastRow>
      <a:tcTxStyle b="on" i="def"/>
      <a:tcStyle>
        <a:tcBdr>
          <a:top>
            <a:ln w="50800">
              <a:solidFill>
                <a:schemeClr val="accent1"/>
              </a:solidFill>
              <a:prstDash val="solid"/>
            </a:ln>
          </a:top>
        </a:tcBdr>
      </a:tcStyle>
    </a:lastRow>
    <a:firstRow>
      <a:tcTxStyle b="on" i="def">
        <a:fontRef idx="minor"/>
        <a:schemeClr val="bg1"/>
      </a:tcTxStyle>
      <a:tcStyle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 b="def" i="def">
        <a:fontRef idx="minor"/>
        <a:schemeClr val="dk1"/>
      </a:tcTxStyle>
      <a:tcStyle>
        <a:tcBdr>
          <a:left>
            <a:ln w="12700">
              <a:solidFill>
                <a:schemeClr val="accent1"/>
              </a:solidFill>
              <a:prstDash val="solid"/>
            </a:ln>
          </a:left>
          <a:right>
            <a:ln w="12700">
              <a:solidFill>
                <a:schemeClr val="accent1"/>
              </a:solidFill>
              <a:prstDash val="solid"/>
            </a:ln>
          </a:right>
          <a:top>
            <a:ln w="12700">
              <a:solidFill>
                <a:schemeClr val="accent1"/>
              </a:solidFill>
              <a:prstDash val="solid"/>
            </a:ln>
          </a:top>
          <a:bottom>
            <a:ln w="12700">
              <a:solidFill>
                <a:schemeClr val="accent1"/>
              </a:solidFill>
              <a:prstDash val="solid"/>
            </a:ln>
          </a:bottom>
          <a:insideH>
            <a:ln w="12700">
              <a:solidFill>
                <a:schemeClr val="accent1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fill>
          <a:solidFill>
            <a:schemeClr val="accent1">
              <a:tint val="20000"/>
            </a:schemeClr>
          </a:solidFill>
        </a:fill>
      </a:tcStyle>
    </a:band1H>
    <a:band1V>
      <a:tcStyle>
        <a:fill>
          <a:solidFill>
            <a:schemeClr val="accent1">
              <a:tint val="20000"/>
            </a:schemeClr>
          </a:solidFill>
        </a:fill>
      </a:tcStyle>
    </a:band1V>
    <a:lastCol>
      <a:tcTxStyle b="on" i="def"/>
      <a:tcStyle/>
    </a:lastCol>
    <a:firstCol>
      <a:tcTxStyle b="on" i="def"/>
      <a:tcStyle/>
    </a:firstCol>
    <a:lastRow>
      <a:tcTxStyle b="on" i="def"/>
      <a:tcStyle>
        <a:tcBdr>
          <a:top>
            <a:ln w="50800">
              <a:solidFill>
                <a:schemeClr val="accent1"/>
              </a:solidFill>
              <a:prstDash val="solid"/>
            </a:ln>
          </a:top>
        </a:tcBdr>
        <a:fill>
          <a:solidFill>
            <a:schemeClr val="lt1"/>
          </a:solidFill>
        </a:fill>
      </a:tcStyle>
    </a:lastRow>
    <a:firstRow>
      <a:tcTxStyle b="on" i="def">
        <a:fontRef idx="minor"/>
        <a:schemeClr val="lt1"/>
      </a:tcTxStyle>
      <a:tcStyle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horz" pos="2160"/>
        <p:guide orient="vert" pos="3839"/>
      </p:guideLst>
    </p:cSldViewPr>
  </p:slideViewPr>
  <p:gridSpacing cx="180000" cy="180000"/>
</p:viewPr>
</file>

<file path=ppt/_rels/presentation.xml.rels><?xml version="1.0" encoding="UTF-8" standalone="no" ?>
<Relationships xmlns="http://schemas.openxmlformats.org/package/2006/relationships">
  <Relationship Id="rId3" Target="slides/slide1.xml" Type="http://schemas.openxmlformats.org/officeDocument/2006/relationships/slide"/>
  <Relationship Id="rId11" Target="slides/slide9.xml" Type="http://schemas.openxmlformats.org/officeDocument/2006/relationships/slide"/>
  <Relationship Id="rId8" Target="slides/slide6.xml" Type="http://schemas.openxmlformats.org/officeDocument/2006/relationships/slide"/>
  <Relationship Id="rId16" Target="tableStyles.xml" Type="http://schemas.openxmlformats.org/officeDocument/2006/relationships/tableStyles"/>
  <Relationship Id="rId5" Target="slides/slide3.xml" Type="http://schemas.openxmlformats.org/officeDocument/2006/relationships/slide"/>
  <Relationship Id="rId12" Target="slides/slide10.xml" Type="http://schemas.openxmlformats.org/officeDocument/2006/relationships/slide"/>
  <Relationship Id="rId17" Target="viewProps.xml" Type="http://schemas.openxmlformats.org/officeDocument/2006/relationships/viewProps"/>
  <Relationship Id="rId4" Target="slides/slide2.xml" Type="http://schemas.openxmlformats.org/officeDocument/2006/relationships/slide"/>
  <Relationship Id="rId10" Target="slides/slide8.xml" Type="http://schemas.openxmlformats.org/officeDocument/2006/relationships/slide"/>
  <Relationship Id="rId6" Target="slides/slide4.xml" Type="http://schemas.openxmlformats.org/officeDocument/2006/relationships/slide"/>
  <Relationship Id="rId2" Target="slideMasters/slideMaster1.xml" Type="http://schemas.openxmlformats.org/officeDocument/2006/relationships/slideMaster"/>
  <Relationship Id="rId1" Target="theme/theme1.xml" Type="http://schemas.openxmlformats.org/officeDocument/2006/relationships/theme"/>
  <Relationship Id="rId14" Target="slides/slide12.xml" Type="http://schemas.openxmlformats.org/officeDocument/2006/relationships/slide"/>
  <Relationship Id="rId15" Target="slides/slide13.xml" Type="http://schemas.openxmlformats.org/officeDocument/2006/relationships/slide"/>
  <Relationship Id="rId9" Target="slides/slide7.xml" Type="http://schemas.openxmlformats.org/officeDocument/2006/relationships/slide"/>
  <Relationship Id="rId7" Target="slides/slide5.xml" Type="http://schemas.openxmlformats.org/officeDocument/2006/relationships/slide"/>
  <Relationship Id="rId13" Target="slides/slide11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media/1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media/1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media/3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media/4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media/5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media/5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media/1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media/1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12.xml.rels><?xml version="1.0" encoding="UTF-8" standalone="no" ?>
<Relationships xmlns="http://schemas.openxmlformats.org/package/2006/relationships">
  <Relationship Id="rId1" Target="../media/5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_rels/slideLayout13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Содержимое + таблица">
    <p:bg>
      <p:bgPr>
        <a:solidFill>
          <a:schemeClr val="bg1"/>
        </a:solidFill>
      </p:bgPr>
    </p:bg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9" name="Picture 9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10" name="Shape 10"/>
          <p:cNvSpPr txBox="false"/>
          <p:nvPr isPhoto="false"/>
        </p:nvSpPr>
        <p:spPr>
          <a:xfrm flipH="false" flipV="false" rot="0"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" name="Shape 11"/>
          <p:cNvSpPr txBox="true"/>
          <p:nvPr isPhoto="false">
            <p:ph idx="0" type="title"/>
          </p:nvPr>
        </p:nvSpPr>
        <p:spPr>
          <a:xfrm flipH="false" flipV="false" rot="0">
            <a:off x="684212" y="304800"/>
            <a:ext cx="10816543" cy="1409696"/>
          </a:xfrm>
          <a:prstGeom prst="rect">
            <a:avLst/>
          </a:prstGeom>
        </p:spPr>
        <p:txBody>
          <a:bodyPr anchor="ctr">
            <a:normAutofit fontScale="100%" lnSpcReduction="0%"/>
          </a:bodyPr>
          <a:lstStyle>
            <a:defPPr/>
            <a:lvl1pPr algn="ctr" lvl="0">
              <a:defRPr sz="54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12" name="Shape 12"/>
          <p:cNvSpPr txBox="true"/>
          <p:nvPr isPhoto="false">
            <p:ph idx="2" type="body"/>
          </p:nvPr>
        </p:nvSpPr>
        <p:spPr>
          <a:xfrm flipH="false" flipV="false" rot="0">
            <a:off x="1190685" y="1981199"/>
            <a:ext cx="4761153" cy="4343403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algn="l" indent="0" lvl="0" marL="0">
              <a:lnSpc>
                <a:spcPct val="125000"/>
              </a:lnSpc>
              <a:buSzPct val="100000"/>
              <a:buFont typeface="Arial"/>
              <a:buNone/>
              <a:defRPr b="true"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indent="0" lvl="1" marL="426645">
              <a:lnSpc>
                <a:spcPct val="125000"/>
              </a:lnSpc>
              <a:buSzPct val="100000"/>
              <a:buFont typeface="Arial"/>
              <a:buNone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algn="l" indent="0" lvl="2" marL="853290">
              <a:lnSpc>
                <a:spcPct val="125000"/>
              </a:lnSpc>
              <a:buSzPct val="100000"/>
              <a:buFont typeface="Arial"/>
              <a:buNone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algn="l" indent="0" lvl="3" marL="1279936">
              <a:lnSpc>
                <a:spcPct val="125000"/>
              </a:lnSpc>
              <a:buSzPct val="100000"/>
              <a:buFont typeface="Arial"/>
              <a:buNone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algn="l" indent="0" lvl="4" marL="1706580">
              <a:lnSpc>
                <a:spcPct val="125000"/>
              </a:lnSpc>
              <a:buSzPct val="100000"/>
              <a:buFont typeface="Arial"/>
              <a:buNone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indent="0" lvl="5" marL="2011328">
              <a:defRPr sz="1800"/>
            </a:lvl6pPr>
            <a:lvl7pPr indent="0" lvl="6" marL="2011328">
              <a:defRPr sz="1800"/>
            </a:lvl7pPr>
            <a:lvl8pPr indent="0" lvl="7" marL="2011328">
              <a:defRPr sz="1800"/>
            </a:lvl8pPr>
            <a:lvl9pPr indent="0" lvl="8" marL="2011328">
              <a:defRPr sz="180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13" name="Shape 13"/>
          <p:cNvSpPr txBox="true"/>
          <p:nvPr isPhoto="false">
            <p:ph idx="3" type="body"/>
          </p:nvPr>
        </p:nvSpPr>
        <p:spPr>
          <a:xfrm flipH="false" flipV="false" rot="0">
            <a:off x="6236987" y="1981200"/>
            <a:ext cx="4886324" cy="4343404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indent="0" lvl="0" marL="0">
              <a:buNone/>
              <a:defRPr sz="1400"/>
            </a:lvl1pPr>
          </a:lstStyle>
          <a:p/>
        </p:txBody>
      </p:sp>
      <p:sp>
        <p:nvSpPr>
          <p:cNvPr hidden="false" id="14" name="Shape 1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20ГГ</a:t>
            </a:r>
          </a:p>
        </p:txBody>
      </p:sp>
      <p:sp>
        <p:nvSpPr>
          <p:cNvPr hidden="false" id="15" name="Shape 1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6" name="Shape 1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7E084FA-F9A0-47F7-9356-5C7423A58C2D}" type="slidenum">
              <a:t>&lt;#&gt;</a:t>
            </a:fld>
          </a:p>
        </p:txBody>
      </p:sp>
      <p:sp>
        <p:nvSpPr>
          <p:cNvPr hidden="false" id="17" name="Shape 17"/>
          <p:cNvSpPr txBox="false"/>
          <p:nvPr isPhoto="false"/>
        </p:nvSpPr>
        <p:spPr>
          <a:xfrm flipH="false" flipV="false" rot="0">
            <a:off x="417512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8" name="Shape 18"/>
          <p:cNvSpPr txBox="false"/>
          <p:nvPr isPhoto="false"/>
        </p:nvSpPr>
        <p:spPr>
          <a:xfrm flipH="false" flipV="false" rot="0">
            <a:off x="11771312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9" name="Shape 19"/>
          <p:cNvSpPr txBox="false"/>
          <p:nvPr isPhoto="false"/>
        </p:nvSpPr>
        <p:spPr>
          <a:xfrm flipH="false" flipV="false" rot="5400000">
            <a:off x="94455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" name="Shape 20"/>
          <p:cNvSpPr txBox="false"/>
          <p:nvPr isPhoto="false"/>
        </p:nvSpPr>
        <p:spPr>
          <a:xfrm flipH="true" flipV="false" rot="16200000">
            <a:off x="11865769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" name="Shape 21"/>
          <p:cNvSpPr txBox="false"/>
          <p:nvPr isPhoto="false"/>
        </p:nvSpPr>
        <p:spPr>
          <a:xfrm flipH="false" flipV="false" rot="0">
            <a:off x="303212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22" name="Shape 22"/>
          <p:cNvSpPr txBox="false"/>
          <p:nvPr isPhoto="false"/>
        </p:nvSpPr>
        <p:spPr>
          <a:xfrm flipH="false" flipV="false" rot="0">
            <a:off x="11885613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</p:spTree>
  </p:cSld>
</p:sldLayout>
</file>

<file path=ppt/slideLayouts/slideLayout2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false" type="cust">
  <p:cSld name="Содержимое 1">
    <p:bg>
      <p:bgPr>
        <a:solidFill>
          <a:schemeClr val="bg1"/>
        </a:solidFill>
      </p:bgPr>
    </p:bg>
    <p:spTree>
      <p:nvGrpSpPr>
        <p:cNvPr hidden="false" id="23" name="GroupShape 2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25" name="Picture 2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26" name="Shape 26"/>
          <p:cNvSpPr txBox="false"/>
          <p:nvPr isPhoto="false"/>
        </p:nvSpPr>
        <p:spPr>
          <a:xfrm flipH="false" flipV="false" rot="0"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" name="Shape 27"/>
          <p:cNvSpPr txBox="false"/>
          <p:nvPr isPhoto="false"/>
        </p:nvSpPr>
        <p:spPr>
          <a:xfrm flipH="false" flipV="false" rot="10800000">
            <a:off x="37941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" name="Shape 28"/>
          <p:cNvSpPr txBox="false"/>
          <p:nvPr isPhoto="false"/>
        </p:nvSpPr>
        <p:spPr>
          <a:xfrm flipH="false" flipV="false" rot="10800000">
            <a:off x="11580811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" name="Shape 29"/>
          <p:cNvSpPr txBox="false"/>
          <p:nvPr isPhoto="false"/>
        </p:nvSpPr>
        <p:spPr>
          <a:xfrm flipH="false" flipV="false" rot="0">
            <a:off x="-77788" y="1413688"/>
            <a:ext cx="1371598" cy="4030625"/>
          </a:xfrm>
          <a:custGeom>
            <a:avLst/>
            <a:gdLst>
              <a:gd fmla="*/ 0 w 1371598" name="connsiteX0"/>
              <a:gd fmla="*/ 0 h 4030625" name="connsiteY0"/>
              <a:gd fmla="*/ 85935 w 1371598" name="connsiteX1"/>
              <a:gd fmla="*/ 28331 h 4030625" name="connsiteY1"/>
              <a:gd fmla="*/ 1371598 w 1371598" name="connsiteX2"/>
              <a:gd fmla="*/ 2015312 h 4030625" name="connsiteY2"/>
              <a:gd fmla="*/ 85935 w 1371598" name="connsiteX3"/>
              <a:gd fmla="*/ 4002293 h 4030625" name="connsiteY3"/>
              <a:gd fmla="*/ 0 w 1371598" name="connsiteX4"/>
              <a:gd fmla="*/ 4030625 h 4030625" name="connsiteY4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1371598" name="ODFRight"/>
              <a:gd fmla="val 4030625" name="ODFBottom"/>
              <a:gd fmla="val 1371598" name="ODFWidth"/>
              <a:gd fmla="val 4030625" name="ODFHeight"/>
            </a:gdLst>
            <a:rect b="OXMLTextRectB" l="OXMLTextRectL" r="OXMLTextRectR" t="OXMLTextRectT"/>
            <a:pathLst>
              <a:path fill="norm" h="4030625" stroke="true" w="1371598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" name="Shape 30"/>
          <p:cNvSpPr txBox="false"/>
          <p:nvPr isPhoto="false"/>
        </p:nvSpPr>
        <p:spPr>
          <a:xfrm flipH="false" flipV="false" rot="10800000">
            <a:off x="10895015" y="1413688"/>
            <a:ext cx="1371597" cy="4030625"/>
          </a:xfrm>
          <a:custGeom>
            <a:avLst/>
            <a:gdLst>
              <a:gd fmla="*/ 0 w 1371598" name="connsiteX0"/>
              <a:gd fmla="*/ 0 h 4030625" name="connsiteY0"/>
              <a:gd fmla="*/ 85935 w 1371598" name="connsiteX1"/>
              <a:gd fmla="*/ 28331 h 4030625" name="connsiteY1"/>
              <a:gd fmla="*/ 1371598 w 1371598" name="connsiteX2"/>
              <a:gd fmla="*/ 2015312 h 4030625" name="connsiteY2"/>
              <a:gd fmla="*/ 85935 w 1371598" name="connsiteX3"/>
              <a:gd fmla="*/ 4002293 h 4030625" name="connsiteY3"/>
              <a:gd fmla="*/ 0 w 1371598" name="connsiteX4"/>
              <a:gd fmla="*/ 4030625 h 4030625" name="connsiteY4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1371598" name="ODFRight"/>
              <a:gd fmla="val 4030625" name="ODFBottom"/>
              <a:gd fmla="val 1371598" name="ODFWidth"/>
              <a:gd fmla="val 4030625" name="ODFHeight"/>
            </a:gdLst>
            <a:rect b="OXMLTextRectB" l="OXMLTextRectL" r="OXMLTextRectR" t="OXMLTextRectT"/>
            <a:pathLst>
              <a:path fill="norm" h="4030625" stroke="true" w="1371598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" name="Shape 31"/>
          <p:cNvSpPr txBox="false"/>
          <p:nvPr isPhoto="false"/>
        </p:nvSpPr>
        <p:spPr>
          <a:xfrm flipH="true" flipV="false" rot="0">
            <a:off x="0" y="3429000"/>
            <a:ext cx="1293810" cy="0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32" name="Shape 32"/>
          <p:cNvSpPr txBox="false"/>
          <p:nvPr isPhoto="false"/>
        </p:nvSpPr>
        <p:spPr>
          <a:xfrm flipH="true" flipV="false" rot="0">
            <a:off x="10895015" y="3429000"/>
            <a:ext cx="1293810" cy="0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33" name="Shape 33"/>
          <p:cNvSpPr txBox="false"/>
          <p:nvPr isPhoto="false"/>
        </p:nvSpPr>
        <p:spPr>
          <a:xfrm flipH="false" flipV="false" rot="0">
            <a:off x="1307414" y="-76200"/>
            <a:ext cx="9573996" cy="6992619"/>
          </a:xfrm>
          <a:custGeom>
            <a:avLst/>
            <a:gdLst>
              <a:gd fmla="*/ 1528240 w 9573996" name="connsiteX0"/>
              <a:gd fmla="*/ 0 h 6992620" name="connsiteY0"/>
              <a:gd fmla="*/ 8045757 w 9573996" name="connsiteX1"/>
              <a:gd fmla="*/ 0 h 6992620" name="connsiteY1"/>
              <a:gd fmla="*/ 8171917 w 9573996" name="connsiteX2"/>
              <a:gd fmla="*/ 120282 h 6992620" name="connsiteY2"/>
              <a:gd fmla="*/ 9573996 w 9573996" name="connsiteX3"/>
              <a:gd fmla="*/ 3505201 h 6992620" name="connsiteY3"/>
              <a:gd fmla="*/ 8171917 w 9573996" name="connsiteX4"/>
              <a:gd fmla="*/ 6890120 h 6992620" name="connsiteY4"/>
              <a:gd fmla="*/ 8064408 w 9573996" name="connsiteX5"/>
              <a:gd fmla="*/ 6992620 h 6992620" name="connsiteY5"/>
              <a:gd fmla="*/ 1509589 w 9573996" name="connsiteX6"/>
              <a:gd fmla="*/ 6992620 h 6992620" name="connsiteY6"/>
              <a:gd fmla="*/ 1402080 w 9573996" name="connsiteX7"/>
              <a:gd fmla="*/ 6890120 h 6992620" name="connsiteY7"/>
              <a:gd fmla="*/ 0 w 9573996" name="connsiteX8"/>
              <a:gd fmla="*/ 3505201 h 6992620" name="connsiteY8"/>
              <a:gd fmla="*/ 1402080 w 9573996" name="connsiteX9"/>
              <a:gd fmla="*/ 120282 h 6992620" name="connsiteY9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9573996" name="ODFRight"/>
              <a:gd fmla="val 6992620" name="ODFBottom"/>
              <a:gd fmla="val 9573996" name="ODFWidth"/>
              <a:gd fmla="val 6992620" name="ODFHeight"/>
            </a:gdLst>
            <a:rect b="OXMLTextRectB" l="OXMLTextRectL" r="OXMLTextRectR" t="OXMLTextRectT"/>
            <a:pathLst>
              <a:path fill="norm" h="6992620" stroke="true" w="9573996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64408" y="6992620"/>
                </a:lnTo>
                <a:lnTo>
                  <a:pt x="1509589" y="699262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" name="Shape 34"/>
          <p:cNvSpPr txBox="true"/>
          <p:nvPr isPhoto="false">
            <p:ph idx="0" type="title"/>
          </p:nvPr>
        </p:nvSpPr>
        <p:spPr>
          <a:xfrm flipH="false" flipV="false" rot="0">
            <a:off x="2219155" y="533400"/>
            <a:ext cx="7750516" cy="2209801"/>
          </a:xfrm>
          <a:prstGeom prst="rect">
            <a:avLst/>
          </a:prstGeom>
        </p:spPr>
        <p:txBody>
          <a:bodyPr anchor="ctr" lIns="0">
            <a:normAutofit fontScale="100%" lnSpcReduction="0%"/>
          </a:bodyPr>
          <a:lstStyle>
            <a:defPPr/>
            <a:lvl1pPr algn="ctr" lvl="0">
              <a:defRPr sz="54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35" name="Shape 35"/>
          <p:cNvSpPr txBox="true"/>
          <p:nvPr isPhoto="false">
            <p:ph idx="1" type="body"/>
          </p:nvPr>
        </p:nvSpPr>
        <p:spPr>
          <a:xfrm flipH="false" flipV="false" rot="0">
            <a:off x="2219154" y="2895600"/>
            <a:ext cx="7750516" cy="3352800"/>
          </a:xfrm>
          <a:prstGeom prst="rect">
            <a:avLst/>
          </a:prstGeom>
        </p:spPr>
        <p:txBody>
          <a:bodyPr anchor="t" lIns="0">
            <a:normAutofit fontScale="100%" lnSpcReduction="0%"/>
          </a:bodyPr>
          <a:lstStyle>
            <a:defPPr/>
            <a:lvl1pPr algn="ctr" indent="0" lvl="0" marL="0">
              <a:lnSpc>
                <a:spcPct val="125000"/>
              </a:lnSpc>
              <a:buFont typeface="Arial"/>
              <a:buNone/>
              <a:defRPr sz="1800"/>
            </a:lvl1pPr>
            <a:lvl2pPr algn="ctr" indent="0" lvl="1" marL="426645">
              <a:lnSpc>
                <a:spcPct val="125000"/>
              </a:lnSpc>
              <a:buFont typeface="Arial"/>
              <a:buNone/>
              <a:defRPr sz="1600"/>
            </a:lvl2pPr>
            <a:lvl3pPr algn="ctr" indent="0" lvl="2" marL="853290">
              <a:lnSpc>
                <a:spcPct val="125000"/>
              </a:lnSpc>
              <a:buFont typeface="Arial"/>
              <a:buNone/>
              <a:defRPr sz="1400"/>
            </a:lvl3pPr>
            <a:lvl4pPr algn="ctr" indent="0" lvl="3" marL="1279936">
              <a:lnSpc>
                <a:spcPct val="125000"/>
              </a:lnSpc>
              <a:buFont typeface="Arial"/>
              <a:buNone/>
              <a:defRPr sz="1400"/>
            </a:lvl4pPr>
            <a:lvl5pPr algn="ctr" indent="0" lvl="4" marL="1706580">
              <a:lnSpc>
                <a:spcPct val="125000"/>
              </a:lnSpc>
              <a:buFont typeface="Arial"/>
              <a:buNone/>
              <a:defRPr sz="1400"/>
            </a:lvl5pPr>
            <a:lvl6pPr lvl="5"/>
            <a:lvl7pPr lvl="6">
              <a:defRPr baseline="0"/>
            </a:lvl7pPr>
            <a:lvl8pPr lvl="7">
              <a:defRPr baseline="0"/>
            </a:lvl8pPr>
            <a:lvl9pPr lvl="8">
              <a:defRPr baseline="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36" name="Shape 36"/>
          <p:cNvSpPr txBox="true"/>
          <p:nvPr isPhoto="false">
            <p:ph idx="10" type="dt"/>
          </p:nvPr>
        </p:nvSpPr>
        <p:spPr>
          <a:xfrm flipH="false" flipV="false" rot="0">
            <a:off x="1117309" y="6400801"/>
            <a:ext cx="1828800" cy="32067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20ГГ</a:t>
            </a:r>
          </a:p>
        </p:txBody>
      </p:sp>
      <p:sp>
        <p:nvSpPr>
          <p:cNvPr hidden="false" id="37" name="Shape 37"/>
          <p:cNvSpPr txBox="true"/>
          <p:nvPr isPhoto="false">
            <p:ph idx="11" type="ftr"/>
          </p:nvPr>
        </p:nvSpPr>
        <p:spPr>
          <a:xfrm flipH="false" flipV="false" rot="0">
            <a:off x="2986262" y="6400801"/>
            <a:ext cx="6216301" cy="32067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8" name="Shape 3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0C9FE11-D356-4BFC-BF6F-BC0078C3349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Два элемента содержимого 2">
    <p:bg>
      <p:bgPr>
        <a:solidFill>
          <a:schemeClr val="bg1"/>
        </a:solidFill>
      </p:bgPr>
    </p:bg>
    <p:spTree>
      <p:nvGrpSpPr>
        <p:cNvPr hidden="false" id="39" name="GroupShape 3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41" name="Picture 41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42" name="Shape 42"/>
          <p:cNvSpPr txBox="false"/>
          <p:nvPr isPhoto="false"/>
        </p:nvSpPr>
        <p:spPr>
          <a:xfrm flipH="false" flipV="false" rot="0"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" name="Shape 43"/>
          <p:cNvSpPr txBox="false"/>
          <p:nvPr isPhoto="false"/>
        </p:nvSpPr>
        <p:spPr>
          <a:xfrm flipH="false" flipV="false" rot="0">
            <a:off x="1888171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44" name="Shape 44"/>
          <p:cNvSpPr txBox="false"/>
          <p:nvPr isPhoto="false"/>
        </p:nvSpPr>
        <p:spPr>
          <a:xfrm flipH="false" flipV="false" rot="0">
            <a:off x="1888171" y="2781301"/>
            <a:ext cx="1295400" cy="1295399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" name="Shape 45"/>
          <p:cNvSpPr txBox="false"/>
          <p:nvPr isPhoto="false"/>
        </p:nvSpPr>
        <p:spPr>
          <a:xfrm flipH="false" flipV="false" rot="0">
            <a:off x="3197223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46" name="Shape 46"/>
          <p:cNvSpPr txBox="false"/>
          <p:nvPr isPhoto="false"/>
        </p:nvSpPr>
        <p:spPr>
          <a:xfrm flipH="false" flipV="false" rot="5400000">
            <a:off x="1483517" y="1829594"/>
            <a:ext cx="228600" cy="319881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7" name="Shape 47"/>
          <p:cNvSpPr txBox="false"/>
          <p:nvPr isPhoto="false"/>
        </p:nvSpPr>
        <p:spPr>
          <a:xfrm flipH="true" flipV="false" rot="0">
            <a:off x="-1588" y="2764972"/>
            <a:ext cx="3185159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48" name="Shape 48"/>
          <p:cNvSpPr txBox="false"/>
          <p:nvPr isPhoto="false"/>
        </p:nvSpPr>
        <p:spPr>
          <a:xfrm flipH="true" flipV="false" rot="0">
            <a:off x="-1588" y="4076701"/>
            <a:ext cx="3185159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49" name="Shape 49"/>
          <p:cNvSpPr txBox="true"/>
          <p:nvPr isPhoto="false">
            <p:ph idx="0" type="title"/>
          </p:nvPr>
        </p:nvSpPr>
        <p:spPr>
          <a:xfrm flipH="false" flipV="false" rot="0">
            <a:off x="3656014" y="533400"/>
            <a:ext cx="8153380" cy="2209801"/>
          </a:xfrm>
          <a:prstGeom prst="rect">
            <a:avLst/>
          </a:prstGeom>
        </p:spPr>
        <p:txBody>
          <a:bodyPr anchor="ctr" lIns="0">
            <a:normAutofit fontScale="100%" lnSpcReduction="0%"/>
          </a:bodyPr>
          <a:lstStyle>
            <a:defPPr/>
            <a:lvl1pPr algn="l" lvl="0">
              <a:defRPr sz="54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50" name="Shape 50"/>
          <p:cNvSpPr txBox="true"/>
          <p:nvPr isPhoto="false">
            <p:ph idx="1" type="body"/>
          </p:nvPr>
        </p:nvSpPr>
        <p:spPr>
          <a:xfrm flipH="false" flipV="false" rot="0">
            <a:off x="3656014" y="2971800"/>
            <a:ext cx="4724397" cy="3048000"/>
          </a:xfrm>
          <a:prstGeom prst="rect">
            <a:avLst/>
          </a:prstGeom>
        </p:spPr>
        <p:txBody>
          <a:bodyPr anchor="t" lIns="0" tIns="0">
            <a:normAutofit fontScale="100%" lnSpcReduction="0%"/>
          </a:bodyPr>
          <a:lstStyle>
            <a:defPPr/>
            <a:lvl1pPr indent="0" lvl="0" marL="0">
              <a:lnSpc>
                <a:spcPct val="125000"/>
              </a:lnSpc>
              <a:buNone/>
              <a:defRPr sz="1800"/>
            </a:lvl1pPr>
            <a:lvl2pPr indent="0" lvl="1" marL="426645">
              <a:lnSpc>
                <a:spcPct val="125000"/>
              </a:lnSpc>
              <a:buNone/>
              <a:defRPr sz="1600"/>
            </a:lvl2pPr>
            <a:lvl3pPr indent="0" lvl="2" marL="853290">
              <a:lnSpc>
                <a:spcPct val="125000"/>
              </a:lnSpc>
              <a:buNone/>
              <a:defRPr sz="1400"/>
            </a:lvl3pPr>
            <a:lvl4pPr indent="0" lvl="3" marL="1279936">
              <a:lnSpc>
                <a:spcPct val="125000"/>
              </a:lnSpc>
              <a:buNone/>
              <a:defRPr sz="1400"/>
            </a:lvl4pPr>
            <a:lvl5pPr indent="0" lvl="4" marL="1706580">
              <a:lnSpc>
                <a:spcPct val="125000"/>
              </a:lnSpc>
              <a:buNone/>
              <a:defRPr sz="1400"/>
            </a:lvl5pPr>
            <a:lvl6pPr lvl="5"/>
            <a:lvl7pPr lvl="6">
              <a:defRPr baseline="0"/>
            </a:lvl7pPr>
            <a:lvl8pPr lvl="7">
              <a:defRPr baseline="0"/>
            </a:lvl8pPr>
            <a:lvl9pPr lvl="8">
              <a:defRPr baseline="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51" name="Shape 51"/>
          <p:cNvSpPr txBox="true"/>
          <p:nvPr isPhoto="false">
            <p:ph idx="3" type="body"/>
          </p:nvPr>
        </p:nvSpPr>
        <p:spPr>
          <a:xfrm flipH="false" flipV="false" rot="0">
            <a:off x="8609012" y="2986053"/>
            <a:ext cx="3200383" cy="3017417"/>
          </a:xfrm>
          <a:prstGeom prst="rect">
            <a:avLst/>
          </a:prstGeom>
        </p:spPr>
        <p:txBody>
          <a:bodyPr anchor="t" lIns="0" tIns="0">
            <a:normAutofit fontScale="100%" lnSpcReduction="0%"/>
          </a:bodyPr>
          <a:lstStyle>
            <a:defPPr/>
            <a:lvl1pPr indent="-285750" lvl="0" marL="285750">
              <a:lnSpc>
                <a:spcPct val="125000"/>
              </a:lnSpc>
              <a:buFont typeface="Arial"/>
              <a:buChar char="•"/>
              <a:defRPr sz="1800"/>
            </a:lvl1pPr>
            <a:lvl2pPr indent="-285750" lvl="1" marL="712395">
              <a:lnSpc>
                <a:spcPct val="125000"/>
              </a:lnSpc>
              <a:buFont typeface="Arial"/>
              <a:buChar char="•"/>
              <a:defRPr sz="1600"/>
            </a:lvl2pPr>
            <a:lvl3pPr indent="-285750" lvl="2" marL="1139040">
              <a:lnSpc>
                <a:spcPct val="125000"/>
              </a:lnSpc>
              <a:buFont typeface="Arial"/>
              <a:buChar char="•"/>
              <a:defRPr sz="1400"/>
            </a:lvl3pPr>
            <a:lvl4pPr indent="-285750" lvl="3" marL="1565686">
              <a:lnSpc>
                <a:spcPct val="125000"/>
              </a:lnSpc>
              <a:buFont typeface="Arial"/>
              <a:buChar char="•"/>
              <a:defRPr sz="1400"/>
            </a:lvl4pPr>
            <a:lvl5pPr indent="-285750" lvl="4" marL="1992330">
              <a:lnSpc>
                <a:spcPct val="125000"/>
              </a:lnSpc>
              <a:buFont typeface="Arial"/>
              <a:buChar char="•"/>
              <a:defRPr sz="1400"/>
            </a:lvl5pPr>
            <a:lvl6pPr lvl="5"/>
            <a:lvl7pPr lvl="6">
              <a:defRPr baseline="0"/>
            </a:lvl7pPr>
            <a:lvl8pPr lvl="7">
              <a:defRPr baseline="0"/>
            </a:lvl8pPr>
            <a:lvl9pPr lvl="8">
              <a:defRPr baseline="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52" name="Shape 52"/>
          <p:cNvSpPr txBox="true"/>
          <p:nvPr isPhoto="false">
            <p:ph idx="10" type="dt"/>
          </p:nvPr>
        </p:nvSpPr>
        <p:spPr>
          <a:xfrm flipH="false" flipV="false" rot="0">
            <a:off x="256478" y="6400801"/>
            <a:ext cx="1951734" cy="32067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20XX г.</a:t>
            </a:r>
          </a:p>
        </p:txBody>
      </p:sp>
      <p:sp>
        <p:nvSpPr>
          <p:cNvPr hidden="false" id="53" name="Shape 5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4" name="Shape 54"/>
          <p:cNvSpPr txBox="true"/>
          <p:nvPr isPhoto="false">
            <p:ph idx="12" type="sldNum"/>
          </p:nvPr>
        </p:nvSpPr>
        <p:spPr>
          <a:xfrm flipH="false" flipV="false" rot="0">
            <a:off x="10167146" y="6400801"/>
            <a:ext cx="1642250" cy="32067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F56EB74-660C-4DDA-81F2-ACA5DB821AC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Два элемента содержимого 1 ">
    <p:bg>
      <p:bgPr>
        <a:solidFill>
          <a:schemeClr val="bg1"/>
        </a:solidFill>
      </p:bgPr>
    </p:bg>
    <p:spTree>
      <p:nvGrpSpPr>
        <p:cNvPr hidden="false" id="55" name="GroupShape 5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57" name="Picture 57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58" name="Shape 58"/>
          <p:cNvSpPr txBox="false"/>
          <p:nvPr isPhoto="false"/>
        </p:nvSpPr>
        <p:spPr>
          <a:xfrm flipH="false" flipV="false" rot="0"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9" name="Shape 59"/>
          <p:cNvSpPr txBox="false"/>
          <p:nvPr isPhoto="false"/>
        </p:nvSpPr>
        <p:spPr>
          <a:xfrm flipH="false" flipV="false" rot="0">
            <a:off x="417512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60" name="Shape 60"/>
          <p:cNvSpPr txBox="false"/>
          <p:nvPr isPhoto="false"/>
        </p:nvSpPr>
        <p:spPr>
          <a:xfrm flipH="false" flipV="false" rot="0">
            <a:off x="11771312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61" name="Shape 61"/>
          <p:cNvSpPr txBox="false"/>
          <p:nvPr isPhoto="false"/>
        </p:nvSpPr>
        <p:spPr>
          <a:xfrm flipH="false" flipV="false" rot="0">
            <a:off x="-87028" y="2552700"/>
            <a:ext cx="923640" cy="1752600"/>
          </a:xfrm>
          <a:custGeom>
            <a:avLst/>
            <a:gdLst>
              <a:gd fmla="*/ 47340 w 923640" name="connsiteX0"/>
              <a:gd fmla="*/ 0 h 1752600" name="connsiteY0"/>
              <a:gd fmla="*/ 923640 w 923640" name="connsiteX1"/>
              <a:gd fmla="*/ 876300 h 1752600" name="connsiteY1"/>
              <a:gd fmla="*/ 47340 w 923640" name="connsiteX2"/>
              <a:gd fmla="*/ 1752600 h 1752600" name="connsiteY2"/>
              <a:gd fmla="*/ 0 w 923640" name="connsiteX3"/>
              <a:gd fmla="*/ 1747828 h 1752600" name="connsiteY3"/>
              <a:gd fmla="*/ 0 w 923640" name="connsiteX4"/>
              <a:gd fmla="*/ 4772 h 1752600" name="connsiteY4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923640" name="ODFRight"/>
              <a:gd fmla="val 1752600" name="ODFBottom"/>
              <a:gd fmla="val 923640" name="ODFWidth"/>
              <a:gd fmla="val 1752600" name="ODFHeight"/>
            </a:gdLst>
            <a:rect b="OXMLTextRectB" l="OXMLTextRectL" r="OXMLTextRectR" t="OXMLTextRectT"/>
            <a:pathLst>
              <a:path fill="norm" h="1752600" stroke="true" w="923640">
                <a:moveTo>
                  <a:pt x="47340" y="0"/>
                </a:moveTo>
                <a:cubicBezTo>
                  <a:pt x="531307" y="0"/>
                  <a:pt x="923640" y="392333"/>
                  <a:pt x="923640" y="876300"/>
                </a:cubicBezTo>
                <a:cubicBezTo>
                  <a:pt x="923640" y="1360267"/>
                  <a:pt x="531307" y="1752600"/>
                  <a:pt x="47340" y="1752600"/>
                </a:cubicBezTo>
                <a:lnTo>
                  <a:pt x="0" y="1747828"/>
                </a:lnTo>
                <a:lnTo>
                  <a:pt x="0" y="4772"/>
                </a:lnTo>
                <a:close/>
              </a:path>
            </a:pathLst>
          </a:custGeom>
          <a:noFill/>
          <a:ln w="38100">
            <a:solidFill>
              <a:schemeClr val="accent1">
                <a:shade val="15000"/>
              </a:schemeClr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2" name="Shape 62"/>
          <p:cNvSpPr txBox="false"/>
          <p:nvPr isPhoto="false"/>
        </p:nvSpPr>
        <p:spPr>
          <a:xfrm flipH="false" flipV="false" rot="5400000">
            <a:off x="304005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3" name="Shape 63"/>
          <p:cNvSpPr txBox="false"/>
          <p:nvPr isPhoto="false"/>
        </p:nvSpPr>
        <p:spPr>
          <a:xfrm flipH="true" flipV="false" rot="0">
            <a:off x="11352212" y="2552700"/>
            <a:ext cx="923639" cy="1752600"/>
          </a:xfrm>
          <a:custGeom>
            <a:avLst/>
            <a:gdLst>
              <a:gd fmla="*/ 47340 w 923640" name="connsiteX0"/>
              <a:gd fmla="*/ 0 h 1752600" name="connsiteY0"/>
              <a:gd fmla="*/ 0 w 923640" name="connsiteX1"/>
              <a:gd fmla="*/ 4772 h 1752600" name="connsiteY1"/>
              <a:gd fmla="*/ 0 w 923640" name="connsiteX2"/>
              <a:gd fmla="*/ 1747828 h 1752600" name="connsiteY2"/>
              <a:gd fmla="*/ 47340 w 923640" name="connsiteX3"/>
              <a:gd fmla="*/ 1752600 h 1752600" name="connsiteY3"/>
              <a:gd fmla="*/ 923640 w 923640" name="connsiteX4"/>
              <a:gd fmla="*/ 876300 h 1752600" name="connsiteY4"/>
              <a:gd fmla="*/ 47340 w 923640" name="connsiteX5"/>
              <a:gd fmla="*/ 0 h 1752600" name="connsiteY5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923640" name="ODFRight"/>
              <a:gd fmla="val 1752600" name="ODFBottom"/>
              <a:gd fmla="val 923640" name="ODFWidth"/>
              <a:gd fmla="val 1752600" name="ODFHeight"/>
            </a:gdLst>
            <a:rect b="OXMLTextRectB" l="OXMLTextRectL" r="OXMLTextRectR" t="OXMLTextRectT"/>
            <a:pathLst>
              <a:path fill="norm" h="1752600" stroke="true" w="923640">
                <a:moveTo>
                  <a:pt x="47340" y="0"/>
                </a:moveTo>
                <a:lnTo>
                  <a:pt x="0" y="4772"/>
                </a:lnTo>
                <a:lnTo>
                  <a:pt x="0" y="1747828"/>
                </a:lnTo>
                <a:lnTo>
                  <a:pt x="47340" y="1752600"/>
                </a:lnTo>
                <a:cubicBezTo>
                  <a:pt x="531307" y="1752600"/>
                  <a:pt x="923640" y="1360267"/>
                  <a:pt x="923640" y="876300"/>
                </a:cubicBezTo>
                <a:cubicBezTo>
                  <a:pt x="923640" y="392333"/>
                  <a:pt x="531307" y="0"/>
                  <a:pt x="47340" y="0"/>
                </a:cubicBezTo>
                <a:close/>
              </a:path>
            </a:pathLst>
          </a:custGeom>
          <a:noFill/>
          <a:ln w="38100">
            <a:solidFill>
              <a:schemeClr val="accent1">
                <a:shade val="15000"/>
              </a:schemeClr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4" name="Shape 64"/>
          <p:cNvSpPr txBox="false"/>
          <p:nvPr isPhoto="false"/>
        </p:nvSpPr>
        <p:spPr>
          <a:xfrm flipH="true" flipV="false" rot="16200000">
            <a:off x="11656219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5" name="Shape 65"/>
          <p:cNvSpPr txBox="true"/>
          <p:nvPr isPhoto="false">
            <p:ph idx="0" type="title"/>
          </p:nvPr>
        </p:nvSpPr>
        <p:spPr>
          <a:xfrm flipH="false" flipV="false" rot="0">
            <a:off x="686141" y="304800"/>
            <a:ext cx="10816542" cy="1409696"/>
          </a:xfrm>
          <a:prstGeom prst="rect">
            <a:avLst/>
          </a:prstGeom>
        </p:spPr>
        <p:txBody>
          <a:bodyPr anchor="ctr">
            <a:normAutofit fontScale="100%" lnSpcReduction="0%"/>
          </a:bodyPr>
          <a:lstStyle>
            <a:defPPr/>
            <a:lvl1pPr algn="ctr" lvl="0">
              <a:defRPr sz="54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66" name="Shape 66"/>
          <p:cNvSpPr txBox="true"/>
          <p:nvPr isPhoto="false">
            <p:ph idx="2" type="body"/>
          </p:nvPr>
        </p:nvSpPr>
        <p:spPr>
          <a:xfrm flipH="false" flipV="false" rot="0">
            <a:off x="1190685" y="1962145"/>
            <a:ext cx="4761153" cy="4210054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>
              <a:lnSpc>
                <a:spcPct val="125000"/>
              </a:lnSpc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indent="-304747" lvl="1" marL="731392">
              <a:lnSpc>
                <a:spcPct val="125000"/>
              </a:lnSpc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indent="-304747" lvl="2" marL="1158037">
              <a:lnSpc>
                <a:spcPct val="125000"/>
              </a:lnSpc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indent="-304747" lvl="3" marL="1584683">
              <a:lnSpc>
                <a:spcPct val="125000"/>
              </a:lnSpc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indent="-304746" lvl="4" marL="2011328">
              <a:lnSpc>
                <a:spcPct val="125000"/>
              </a:lnSpc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indent="0" lvl="5" marL="2011328">
              <a:defRPr sz="1800"/>
            </a:lvl6pPr>
            <a:lvl7pPr indent="0" lvl="6" marL="2011328">
              <a:defRPr sz="1800"/>
            </a:lvl7pPr>
            <a:lvl8pPr indent="0" lvl="7" marL="2011328">
              <a:defRPr sz="1800"/>
            </a:lvl8pPr>
            <a:lvl9pPr indent="0" lvl="8" marL="2011328">
              <a:defRPr sz="180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67" name="Shape 67"/>
          <p:cNvSpPr txBox="true"/>
          <p:nvPr isPhoto="false">
            <p:ph idx="4" type="body"/>
          </p:nvPr>
        </p:nvSpPr>
        <p:spPr>
          <a:xfrm flipH="false" flipV="false" rot="0">
            <a:off x="6236990" y="1962145"/>
            <a:ext cx="4761153" cy="4210054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algn="l" indent="-304747" lvl="0" marL="0">
              <a:lnSpc>
                <a:spcPct val="125000"/>
              </a:lnSpc>
              <a:buSzPct val="100000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indent="-304747" lvl="1" marL="731392">
              <a:lnSpc>
                <a:spcPct val="125000"/>
              </a:lnSpc>
              <a:buSzPct val="100000"/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algn="l" indent="-304747" lvl="2" marL="1158037">
              <a:lnSpc>
                <a:spcPct val="125000"/>
              </a:lnSpc>
              <a:buSzPct val="100000"/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algn="l" indent="-304747" lvl="3" marL="1584683">
              <a:lnSpc>
                <a:spcPct val="125000"/>
              </a:lnSpc>
              <a:buSzPct val="100000"/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algn="l" indent="-304746" lvl="4" marL="2011328">
              <a:lnSpc>
                <a:spcPct val="125000"/>
              </a:lnSpc>
              <a:buSzPct val="100000"/>
              <a:buFont typeface="Arial"/>
              <a:buChar char="•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indent="0" lvl="5" marL="2011328">
              <a:defRPr sz="1800"/>
            </a:lvl6pPr>
            <a:lvl7pPr indent="0" lvl="6" marL="2011328">
              <a:defRPr sz="1800"/>
            </a:lvl7pPr>
            <a:lvl8pPr indent="0" lvl="7" marL="2011328">
              <a:defRPr sz="1800"/>
            </a:lvl8pPr>
            <a:lvl9pPr indent="0" lvl="8" marL="2011328">
              <a:defRPr sz="180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68" name="Shape 6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20ГГ</a:t>
            </a:r>
          </a:p>
        </p:txBody>
      </p:sp>
      <p:sp>
        <p:nvSpPr>
          <p:cNvPr hidden="false" id="69" name="Shape 6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0" name="Shape 7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5FEBBB6-BBDD-4DA9-85E4-3BC7BC70317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false" type="cust">
  <p:cSld name="Только заголовок">
    <p:bg>
      <p:bgPr>
        <a:solidFill>
          <a:schemeClr val="bg1"/>
        </a:solidFill>
      </p:bgPr>
    </p:bg>
    <p:spTree>
      <p:nvGrpSpPr>
        <p:cNvPr hidden="false" id="71" name="GroupShape 7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73" name="Picture 73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74" name="Shape 74"/>
          <p:cNvSpPr txBox="false"/>
          <p:nvPr isPhoto="false"/>
        </p:nvSpPr>
        <p:spPr>
          <a:xfrm flipH="false" flipV="false" rot="0"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5" name="Shape 75"/>
          <p:cNvSpPr txBox="false"/>
          <p:nvPr isPhoto="false"/>
        </p:nvSpPr>
        <p:spPr>
          <a:xfrm flipH="false" flipV="false" rot="5400000">
            <a:off x="1393710" y="1892189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6" name="Shape 76"/>
          <p:cNvSpPr txBox="true"/>
          <p:nvPr isPhoto="false">
            <p:ph idx="0" type="title"/>
          </p:nvPr>
        </p:nvSpPr>
        <p:spPr>
          <a:xfrm flipH="false" flipV="false" rot="0">
            <a:off x="3313113" y="1345911"/>
            <a:ext cx="5562599" cy="4166177"/>
          </a:xfrm>
          <a:prstGeom prst="rect">
            <a:avLst/>
          </a:prstGeom>
        </p:spPr>
        <p:txBody>
          <a:bodyPr anchor="ctr">
            <a:normAutofit fontScale="100%" lnSpcReduction="0%"/>
          </a:bodyPr>
          <a:lstStyle>
            <a:defPPr/>
            <a:lvl1pPr algn="ctr" lvl="0">
              <a:defRPr b="false" baseline="0" cap="none" sz="72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77" name="Shape 77"/>
          <p:cNvSpPr txBox="false"/>
          <p:nvPr isPhoto="false"/>
        </p:nvSpPr>
        <p:spPr>
          <a:xfrm flipH="false" flipV="false" rot="0">
            <a:off x="-77788" y="1320655"/>
            <a:ext cx="3124198" cy="4216690"/>
          </a:xfrm>
          <a:custGeom>
            <a:avLst/>
            <a:gdLst>
              <a:gd fmla="*/ 0 w 3124198" name="connsiteX0"/>
              <a:gd fmla="*/ 0 h 4216690" name="connsiteY0"/>
              <a:gd fmla="*/ 1190290 w 3124198" name="connsiteX1"/>
              <a:gd fmla="*/ 0 h 4216690" name="connsiteY1"/>
              <a:gd fmla="*/ 1191185 w 3124198" name="connsiteX2"/>
              <a:gd fmla="*/ 0 h 4216690" name="connsiteY2"/>
              <a:gd fmla="*/ 1191185 w 3124198" name="connsiteX3"/>
              <a:gd fmla="*/ 25 h 4216690" name="connsiteY3"/>
              <a:gd fmla="*/ 1289808 w 3124198" name="connsiteX4"/>
              <a:gd fmla="*/ 2744 h 4216690" name="connsiteY4"/>
              <a:gd fmla="*/ 3124198 w 3124198" name="connsiteX5"/>
              <a:gd fmla="*/ 2108345 h 4216690" name="connsiteY5"/>
              <a:gd fmla="*/ 1289808 w 3124198" name="connsiteX6"/>
              <a:gd fmla="*/ 4213947 h 4216690" name="connsiteY6"/>
              <a:gd fmla="*/ 1191185 w 3124198" name="connsiteX7"/>
              <a:gd fmla="*/ 4216666 h 4216690" name="connsiteY7"/>
              <a:gd fmla="*/ 1191185 w 3124198" name="connsiteX8"/>
              <a:gd fmla="*/ 4216690 h 4216690" name="connsiteY8"/>
              <a:gd fmla="*/ 1190290 w 3124198" name="connsiteX9"/>
              <a:gd fmla="*/ 4216690 h 4216690" name="connsiteY9"/>
              <a:gd fmla="*/ 0 w 3124198" name="connsiteX10"/>
              <a:gd fmla="*/ 4216690 h 4216690" name="connsiteY10"/>
              <a:gd fmla="*/ 0 w 3124198" name="connsiteX11"/>
              <a:gd fmla="*/ 0 h 4216690" name="connsiteY11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124198" name="ODFRight"/>
              <a:gd fmla="val 4216690" name="ODFBottom"/>
              <a:gd fmla="val 3124198" name="ODFWidth"/>
              <a:gd fmla="val 4216690" name="ODFHeight"/>
            </a:gdLst>
            <a:rect b="OXMLTextRectB" l="OXMLTextRectL" r="OXMLTextRectR" t="OXMLTextRectT"/>
            <a:pathLst>
              <a:path fill="norm" h="4216690" stroke="true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false"/>
          <p:nvPr isPhoto="false"/>
        </p:nvSpPr>
        <p:spPr>
          <a:xfrm flipH="false" flipV="false" rot="10800000">
            <a:off x="9142411" y="1320656"/>
            <a:ext cx="3124198" cy="4216690"/>
          </a:xfrm>
          <a:custGeom>
            <a:avLst/>
            <a:gdLst>
              <a:gd fmla="*/ 0 w 3124198" name="connsiteX0"/>
              <a:gd fmla="*/ 0 h 4216690" name="connsiteY0"/>
              <a:gd fmla="*/ 1190290 w 3124198" name="connsiteX1"/>
              <a:gd fmla="*/ 0 h 4216690" name="connsiteY1"/>
              <a:gd fmla="*/ 1191185 w 3124198" name="connsiteX2"/>
              <a:gd fmla="*/ 0 h 4216690" name="connsiteY2"/>
              <a:gd fmla="*/ 1191185 w 3124198" name="connsiteX3"/>
              <a:gd fmla="*/ 25 h 4216690" name="connsiteY3"/>
              <a:gd fmla="*/ 1289808 w 3124198" name="connsiteX4"/>
              <a:gd fmla="*/ 2744 h 4216690" name="connsiteY4"/>
              <a:gd fmla="*/ 3124198 w 3124198" name="connsiteX5"/>
              <a:gd fmla="*/ 2108345 h 4216690" name="connsiteY5"/>
              <a:gd fmla="*/ 1289808 w 3124198" name="connsiteX6"/>
              <a:gd fmla="*/ 4213947 h 4216690" name="connsiteY6"/>
              <a:gd fmla="*/ 1191185 w 3124198" name="connsiteX7"/>
              <a:gd fmla="*/ 4216666 h 4216690" name="connsiteY7"/>
              <a:gd fmla="*/ 1191185 w 3124198" name="connsiteX8"/>
              <a:gd fmla="*/ 4216690 h 4216690" name="connsiteY8"/>
              <a:gd fmla="*/ 1190290 w 3124198" name="connsiteX9"/>
              <a:gd fmla="*/ 4216690 h 4216690" name="connsiteY9"/>
              <a:gd fmla="*/ 0 w 3124198" name="connsiteX10"/>
              <a:gd fmla="*/ 4216690 h 4216690" name="connsiteY10"/>
              <a:gd fmla="*/ 0 w 3124198" name="connsiteX11"/>
              <a:gd fmla="*/ 0 h 4216690" name="connsiteY11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124198" name="ODFRight"/>
              <a:gd fmla="val 4216690" name="ODFBottom"/>
              <a:gd fmla="val 3124198" name="ODFWidth"/>
              <a:gd fmla="val 4216690" name="ODFHeight"/>
            </a:gdLst>
            <a:rect b="OXMLTextRectB" l="OXMLTextRectL" r="OXMLTextRectR" t="OXMLTextRectT"/>
            <a:pathLst>
              <a:path fill="norm" h="4216690" stroke="true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9" name="Shape 79"/>
          <p:cNvSpPr txBox="false"/>
          <p:nvPr isPhoto="false"/>
        </p:nvSpPr>
        <p:spPr>
          <a:xfrm flipH="false" flipV="false" rot="0"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80" name="Shape 80"/>
          <p:cNvSpPr txBox="false"/>
          <p:nvPr isPhoto="false"/>
        </p:nvSpPr>
        <p:spPr>
          <a:xfrm flipH="false" flipV="false" rot="0"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81" name="Shape 81"/>
          <p:cNvSpPr txBox="false"/>
          <p:nvPr isPhoto="false"/>
        </p:nvSpPr>
        <p:spPr>
          <a:xfrm flipH="false" flipV="false" rot="0">
            <a:off x="684212" y="0"/>
            <a:ext cx="0" cy="693420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82" name="Shape 82"/>
          <p:cNvSpPr txBox="false"/>
          <p:nvPr isPhoto="false"/>
        </p:nvSpPr>
        <p:spPr>
          <a:xfrm flipH="false" flipV="false" rot="0">
            <a:off x="11504613" y="-38100"/>
            <a:ext cx="0" cy="693420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83" name="Shape 83"/>
          <p:cNvSpPr txBox="false"/>
          <p:nvPr isPhoto="false"/>
        </p:nvSpPr>
        <p:spPr>
          <a:xfrm flipH="false" flipV="false" rot="16200000">
            <a:off x="2588417" y="456405"/>
            <a:ext cx="7010400" cy="6097589"/>
          </a:xfrm>
          <a:custGeom>
            <a:avLst/>
            <a:gdLst>
              <a:gd fmla="*/ 6610424 w 6610424" name="connsiteX0"/>
              <a:gd fmla="*/ 3048796 h 6097590" name="connsiteY0"/>
              <a:gd fmla="*/ 3890772 w 6610424" name="connsiteX1"/>
              <a:gd fmla="*/ 6093623 h 6097590" name="connsiteY1"/>
              <a:gd fmla="*/ 3744554 w 6610424" name="connsiteX2"/>
              <a:gd fmla="*/ 6097555 h 6097590" name="connsiteY2"/>
              <a:gd fmla="*/ 3744554 w 6610424" name="connsiteX3"/>
              <a:gd fmla="*/ 6097590 h 6097590" name="connsiteY3"/>
              <a:gd fmla="*/ 3743227 w 6610424" name="connsiteX4"/>
              <a:gd fmla="*/ 6097590 h 6097590" name="connsiteY4"/>
              <a:gd fmla="*/ 0 w 6610424" name="connsiteX5"/>
              <a:gd fmla="*/ 6097589 h 6097590" name="connsiteY5"/>
              <a:gd fmla="*/ 0 w 6610424" name="connsiteX6"/>
              <a:gd fmla="*/ 0 h 6097590" name="connsiteY6"/>
              <a:gd fmla="*/ 3743228 w 6610424" name="connsiteX7"/>
              <a:gd fmla="*/ 1 h 6097590" name="connsiteY7"/>
              <a:gd fmla="*/ 3744555 w 6610424" name="connsiteX8"/>
              <a:gd fmla="*/ 1 h 6097590" name="connsiteY8"/>
              <a:gd fmla="*/ 3744555 w 6610424" name="connsiteX9"/>
              <a:gd fmla="*/ 36 h 6097590" name="connsiteY9"/>
              <a:gd fmla="*/ 3890773 w 6610424" name="connsiteX10"/>
              <a:gd fmla="*/ 3968 h 6097590" name="connsiteY10"/>
              <a:gd fmla="*/ 6610424 w 6610424" name="connsiteX11"/>
              <a:gd fmla="*/ 3048796 h 6097590" name="connsiteY11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6610424" name="ODFRight"/>
              <a:gd fmla="val 6097590" name="ODFBottom"/>
              <a:gd fmla="val 6610424" name="ODFWidth"/>
              <a:gd fmla="val 6097590" name="ODFHeight"/>
            </a:gdLst>
            <a:rect b="OXMLTextRectB" l="OXMLTextRectL" r="OXMLTextRectR" t="OXMLTextRectT"/>
            <a:pathLst>
              <a:path fill="norm" h="6097590" stroke="true" w="6610424">
                <a:moveTo>
                  <a:pt x="6610424" y="3048796"/>
                </a:moveTo>
                <a:cubicBezTo>
                  <a:pt x="6610424" y="4679979"/>
                  <a:pt x="5405713" y="6011968"/>
                  <a:pt x="3890772" y="6093623"/>
                </a:cubicBezTo>
                <a:lnTo>
                  <a:pt x="3744554" y="6097555"/>
                </a:lnTo>
                <a:lnTo>
                  <a:pt x="3744554" y="6097590"/>
                </a:lnTo>
                <a:lnTo>
                  <a:pt x="3743227" y="6097590"/>
                </a:lnTo>
                <a:lnTo>
                  <a:pt x="0" y="6097589"/>
                </a:lnTo>
                <a:lnTo>
                  <a:pt x="0" y="0"/>
                </a:lnTo>
                <a:lnTo>
                  <a:pt x="3743228" y="1"/>
                </a:lnTo>
                <a:lnTo>
                  <a:pt x="3744555" y="1"/>
                </a:lnTo>
                <a:lnTo>
                  <a:pt x="3744555" y="36"/>
                </a:lnTo>
                <a:lnTo>
                  <a:pt x="3890773" y="3968"/>
                </a:lnTo>
                <a:cubicBezTo>
                  <a:pt x="5405714" y="85624"/>
                  <a:pt x="6610425" y="1417612"/>
                  <a:pt x="6610424" y="3048796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4" name="Shape 84"/>
          <p:cNvSpPr txBox="false"/>
          <p:nvPr isPhoto="false"/>
        </p:nvSpPr>
        <p:spPr>
          <a:xfrm flipH="false" flipV="false" rot="5400000">
            <a:off x="10564921" y="1892189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5" name="Shape 85"/>
          <p:cNvSpPr txBox="true"/>
          <p:nvPr isPhoto="false">
            <p:ph idx="5" type="body"/>
          </p:nvPr>
        </p:nvSpPr>
        <p:spPr>
          <a:xfrm flipH="false" flipV="false" rot="0">
            <a:off x="3313112" y="5562601"/>
            <a:ext cx="5562599" cy="1295398"/>
          </a:xfrm>
          <a:prstGeom prst="rect">
            <a:avLst/>
          </a:prstGeom>
        </p:spPr>
        <p:txBody>
          <a:bodyPr anchor="ctr">
            <a:normAutofit fontScale="100%" lnSpcReduction="0%"/>
          </a:bodyPr>
          <a:lstStyle>
            <a:defPPr/>
            <a:lvl1pPr algn="ctr" indent="0" lvl="0" marL="0">
              <a:buNone/>
              <a:defRPr sz="2000"/>
            </a:lvl1pPr>
          </a:lstStyle>
          <a:p>
            <a:pPr lvl="0"/>
            <a:r>
              <a:t>Щелкните, чтобы изменить стили образца текста</a:t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Содержимое 2">
    <p:bg>
      <p:bgPr>
        <a:solidFill>
          <a:schemeClr val="bg1"/>
        </a:solidFill>
      </p:bgPr>
    </p:bg>
    <p:spTree>
      <p:nvGrpSpPr>
        <p:cNvPr hidden="false" id="86" name="GroupShape 8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88" name="Picture 88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89" name="Shape 89"/>
          <p:cNvSpPr txBox="false"/>
          <p:nvPr isPhoto="false"/>
        </p:nvSpPr>
        <p:spPr>
          <a:xfrm flipH="false" flipV="false" rot="0"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0" name="Shape 90"/>
          <p:cNvSpPr txBox="true"/>
          <p:nvPr isPhoto="false">
            <p:ph idx="0" type="title"/>
          </p:nvPr>
        </p:nvSpPr>
        <p:spPr>
          <a:xfrm flipH="false" flipV="false" rot="0">
            <a:off x="1522418" y="990600"/>
            <a:ext cx="4343392" cy="4715764"/>
          </a:xfrm>
          <a:prstGeom prst="rect">
            <a:avLst/>
          </a:prstGeom>
        </p:spPr>
        <p:txBody>
          <a:bodyPr anchor="ctr">
            <a:normAutofit fontScale="100%" lnSpcReduction="0%"/>
          </a:bodyPr>
          <a:lstStyle>
            <a:defPPr/>
            <a:lvl1pPr algn="ctr" lvl="0">
              <a:defRPr sz="54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91" name="Shape 91"/>
          <p:cNvSpPr txBox="true"/>
          <p:nvPr isPhoto="false">
            <p:ph idx="3" type="body"/>
          </p:nvPr>
        </p:nvSpPr>
        <p:spPr>
          <a:xfrm flipH="false" flipV="false" rot="0">
            <a:off x="6161756" y="990600"/>
            <a:ext cx="3962387" cy="4715764"/>
          </a:xfrm>
          <a:prstGeom prst="rect">
            <a:avLst/>
          </a:prstGeom>
        </p:spPr>
        <p:txBody>
          <a:bodyPr anchor="ctr">
            <a:normAutofit fontScale="100%" lnSpcReduction="0%"/>
          </a:bodyPr>
          <a:lstStyle>
            <a:defPPr/>
            <a:lvl1pPr indent="-285750" lvl="0" marL="285750">
              <a:lnSpc>
                <a:spcPct val="125000"/>
              </a:lnSpc>
              <a:buFont typeface="Arial"/>
              <a:buChar char="•"/>
              <a:defRPr sz="1800"/>
            </a:lvl1pPr>
            <a:lvl2pPr indent="-285750" lvl="1" marL="712395">
              <a:lnSpc>
                <a:spcPct val="125000"/>
              </a:lnSpc>
              <a:buFont typeface="Arial"/>
              <a:buChar char="•"/>
              <a:defRPr sz="1800"/>
            </a:lvl2pPr>
            <a:lvl3pPr indent="-285750" lvl="2" marL="1139040">
              <a:lnSpc>
                <a:spcPct val="125000"/>
              </a:lnSpc>
              <a:buFont typeface="Arial"/>
              <a:buChar char="•"/>
              <a:defRPr sz="1800"/>
            </a:lvl3pPr>
            <a:lvl4pPr indent="-285750" lvl="3" marL="1565686">
              <a:lnSpc>
                <a:spcPct val="125000"/>
              </a:lnSpc>
              <a:buFont typeface="Arial"/>
              <a:buChar char="•"/>
              <a:defRPr sz="1800"/>
            </a:lvl4pPr>
            <a:lvl5pPr indent="-285750" lvl="4" marL="1992330">
              <a:lnSpc>
                <a:spcPct val="125000"/>
              </a:lnSpc>
              <a:buFont typeface="Arial"/>
              <a:buChar char="•"/>
              <a:defRPr sz="1800"/>
            </a:lvl5pPr>
            <a:lvl6pPr indent="0" lvl="5" marL="2011328">
              <a:defRPr sz="1800"/>
            </a:lvl6pPr>
            <a:lvl7pPr indent="0" lvl="6" marL="2011328">
              <a:defRPr sz="1800"/>
            </a:lvl7pPr>
            <a:lvl8pPr indent="0" lvl="7" marL="2011328">
              <a:defRPr sz="1800"/>
            </a:lvl8pPr>
            <a:lvl9pPr indent="0" lvl="8" marL="2011328">
              <a:defRPr sz="180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92" name="Shape 9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20ГГ</a:t>
            </a:r>
          </a:p>
        </p:txBody>
      </p:sp>
      <p:sp>
        <p:nvSpPr>
          <p:cNvPr hidden="false" id="93" name="Shape 9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94" name="Shape 9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F794A448-83AE-4B9C-BF7E-12839FB35645}" type="slidenum">
              <a:t>&lt;#&gt;</a:t>
            </a:fld>
          </a:p>
        </p:txBody>
      </p:sp>
      <p:sp>
        <p:nvSpPr>
          <p:cNvPr hidden="false" id="95" name="Shape 95"/>
          <p:cNvSpPr txBox="false"/>
          <p:nvPr isPhoto="false"/>
        </p:nvSpPr>
        <p:spPr>
          <a:xfrm flipH="false" flipV="false" rot="0">
            <a:off x="1141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96" name="Shape 96"/>
          <p:cNvSpPr txBox="false"/>
          <p:nvPr isPhoto="false"/>
        </p:nvSpPr>
        <p:spPr>
          <a:xfrm flipH="false" flipV="false" rot="0">
            <a:off x="-1588" y="457200"/>
            <a:ext cx="11648687" cy="5943600"/>
          </a:xfrm>
          <a:custGeom>
            <a:avLst/>
            <a:gdLst>
              <a:gd fmla="*/ 0 w 12188825" name="connsiteX0"/>
              <a:gd fmla="*/ 0 h 6858000" name="connsiteY0"/>
              <a:gd fmla="*/ 8759825 w 12188825" name="connsiteX1"/>
              <a:gd fmla="*/ 0 h 6858000" name="connsiteY1"/>
              <a:gd fmla="*/ 8761412 w 12188825" name="connsiteX2"/>
              <a:gd fmla="*/ 0 h 6858000" name="connsiteY2"/>
              <a:gd fmla="*/ 8761412 w 12188825" name="connsiteX3"/>
              <a:gd fmla="*/ 40 h 6858000" name="connsiteY3"/>
              <a:gd fmla="*/ 8936281 w 12188825" name="connsiteX4"/>
              <a:gd fmla="*/ 4462 h 6858000" name="connsiteY4"/>
              <a:gd fmla="*/ 12188825 w 12188825" name="connsiteX5"/>
              <a:gd fmla="*/ 3429000 h 6858000" name="connsiteY5"/>
              <a:gd fmla="*/ 8936281 w 12188825" name="connsiteX6"/>
              <a:gd fmla="*/ 6853538 h 6858000" name="connsiteY6"/>
              <a:gd fmla="*/ 8761412 w 12188825" name="connsiteX7"/>
              <a:gd fmla="*/ 6857960 h 6858000" name="connsiteY7"/>
              <a:gd fmla="*/ 8761412 w 12188825" name="connsiteX8"/>
              <a:gd fmla="*/ 6858000 h 6858000" name="connsiteY8"/>
              <a:gd fmla="*/ 8759825 w 12188825" name="connsiteX9"/>
              <a:gd fmla="*/ 6858000 h 6858000" name="connsiteY9"/>
              <a:gd fmla="*/ 0 w 12188825" name="connsiteX10"/>
              <a:gd fmla="*/ 6858000 h 6858000" name="connsiteY10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12188825" name="ODFRight"/>
              <a:gd fmla="val 6858000" name="ODFBottom"/>
              <a:gd fmla="val 12188825" name="ODFWidth"/>
              <a:gd fmla="val 6858000" name="ODFHeight"/>
            </a:gdLst>
            <a:rect b="OXMLTextRectB" l="OXMLTextRectL" r="OXMLTextRectR" t="OXMLTextRectT"/>
            <a:pathLst>
              <a:path fill="norm" h="6858000" stroke="true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7" name="Shape 97"/>
          <p:cNvSpPr txBox="false"/>
          <p:nvPr isPhoto="false"/>
        </p:nvSpPr>
        <p:spPr>
          <a:xfrm flipH="false" flipV="false" rot="0">
            <a:off x="0" y="0"/>
            <a:ext cx="12188825" cy="6858000"/>
          </a:xfrm>
          <a:custGeom>
            <a:avLst/>
            <a:gdLst>
              <a:gd fmla="*/ 0 w 12188825" name="connsiteX0"/>
              <a:gd fmla="*/ 0 h 6858000" name="connsiteY0"/>
              <a:gd fmla="*/ 8759825 w 12188825" name="connsiteX1"/>
              <a:gd fmla="*/ 0 h 6858000" name="connsiteY1"/>
              <a:gd fmla="*/ 8761412 w 12188825" name="connsiteX2"/>
              <a:gd fmla="*/ 0 h 6858000" name="connsiteY2"/>
              <a:gd fmla="*/ 8761412 w 12188825" name="connsiteX3"/>
              <a:gd fmla="*/ 40 h 6858000" name="connsiteY3"/>
              <a:gd fmla="*/ 8936281 w 12188825" name="connsiteX4"/>
              <a:gd fmla="*/ 4462 h 6858000" name="connsiteY4"/>
              <a:gd fmla="*/ 12188825 w 12188825" name="connsiteX5"/>
              <a:gd fmla="*/ 3429000 h 6858000" name="connsiteY5"/>
              <a:gd fmla="*/ 8936281 w 12188825" name="connsiteX6"/>
              <a:gd fmla="*/ 6853538 h 6858000" name="connsiteY6"/>
              <a:gd fmla="*/ 8761412 w 12188825" name="connsiteX7"/>
              <a:gd fmla="*/ 6857960 h 6858000" name="connsiteY7"/>
              <a:gd fmla="*/ 8761412 w 12188825" name="connsiteX8"/>
              <a:gd fmla="*/ 6858000 h 6858000" name="connsiteY8"/>
              <a:gd fmla="*/ 8759825 w 12188825" name="connsiteX9"/>
              <a:gd fmla="*/ 6858000 h 6858000" name="connsiteY9"/>
              <a:gd fmla="*/ 0 w 12188825" name="connsiteX10"/>
              <a:gd fmla="*/ 6858000 h 6858000" name="connsiteY10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12188825" name="ODFRight"/>
              <a:gd fmla="val 6858000" name="ODFBottom"/>
              <a:gd fmla="val 12188825" name="ODFWidth"/>
              <a:gd fmla="val 6858000" name="ODFHeight"/>
            </a:gdLst>
            <a:rect b="OXMLTextRectB" l="OXMLTextRectL" r="OXMLTextRectR" t="OXMLTextRectT"/>
            <a:pathLst>
              <a:path fill="norm" h="6858000" stroke="true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8" name="Shape 98"/>
          <p:cNvSpPr txBox="false"/>
          <p:nvPr isPhoto="false"/>
        </p:nvSpPr>
        <p:spPr>
          <a:xfrm flipH="false" flipV="false" rot="0"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9" name="Shape 99"/>
          <p:cNvSpPr txBox="false"/>
          <p:nvPr isPhoto="false"/>
        </p:nvSpPr>
        <p:spPr>
          <a:xfrm flipH="false" flipV="false" rot="0">
            <a:off x="10940044" y="2156118"/>
            <a:ext cx="1373186" cy="2545766"/>
          </a:xfrm>
          <a:custGeom>
            <a:avLst/>
            <a:gdLst>
              <a:gd fmla="*/ 1272884 w 1373186" name="connsiteX0"/>
              <a:gd fmla="*/ 0 h 2545766" name="connsiteY0"/>
              <a:gd fmla="*/ 1373186 w 1373186" name="connsiteX1"/>
              <a:gd fmla="*/ 5065 h 2545766" name="connsiteY1"/>
              <a:gd fmla="*/ 1373186 w 1373186" name="connsiteX2"/>
              <a:gd fmla="*/ 2540701 h 2545766" name="connsiteY2"/>
              <a:gd fmla="*/ 1272884 w 1373186" name="connsiteX3"/>
              <a:gd fmla="*/ 2545766 h 2545766" name="connsiteY3"/>
              <a:gd fmla="*/ 0 w 1373186" name="connsiteX4"/>
              <a:gd fmla="*/ 1272883 h 2545766" name="connsiteY4"/>
              <a:gd fmla="*/ 1272884 w 1373186" name="connsiteX5"/>
              <a:gd fmla="*/ 0 h 2545766" name="connsiteY5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1373186" name="ODFRight"/>
              <a:gd fmla="val 2545766" name="ODFBottom"/>
              <a:gd fmla="val 1373186" name="ODFWidth"/>
              <a:gd fmla="val 2545766" name="ODFHeight"/>
            </a:gdLst>
            <a:rect b="OXMLTextRectB" l="OXMLTextRectL" r="OXMLTextRectR" t="OXMLTextRectT"/>
            <a:pathLst>
              <a:path fill="norm" h="2545766" stroke="true" w="1373186">
                <a:moveTo>
                  <a:pt x="1272884" y="0"/>
                </a:moveTo>
                <a:lnTo>
                  <a:pt x="1373186" y="5065"/>
                </a:lnTo>
                <a:lnTo>
                  <a:pt x="1373186" y="2540701"/>
                </a:lnTo>
                <a:lnTo>
                  <a:pt x="1272884" y="2545766"/>
                </a:lnTo>
                <a:cubicBezTo>
                  <a:pt x="569890" y="2545766"/>
                  <a:pt x="0" y="1975877"/>
                  <a:pt x="0" y="1272883"/>
                </a:cubicBezTo>
                <a:cubicBezTo>
                  <a:pt x="0" y="569889"/>
                  <a:pt x="569890" y="0"/>
                  <a:pt x="1272884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0" name="Shape 100"/>
          <p:cNvSpPr txBox="false"/>
          <p:nvPr isPhoto="false"/>
        </p:nvSpPr>
        <p:spPr>
          <a:xfrm flipH="true" flipV="false" rot="16200000">
            <a:off x="11450135" y="2804611"/>
            <a:ext cx="228600" cy="124878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Таблица">
    <p:bg>
      <p:bgPr>
        <a:solidFill>
          <a:schemeClr val="bg1"/>
        </a:solidFill>
      </p:bgPr>
    </p:bg>
    <p:spTree>
      <p:nvGrpSpPr>
        <p:cNvPr hidden="false" id="101" name="GroupShape 10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103" name="Picture 103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104" name="Shape 104"/>
          <p:cNvSpPr txBox="false"/>
          <p:nvPr isPhoto="false"/>
        </p:nvSpPr>
        <p:spPr>
          <a:xfrm flipH="false" flipV="false" rot="0">
            <a:off x="-1" y="0"/>
            <a:ext cx="12188825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5" name="Shape 105"/>
          <p:cNvSpPr txBox="false"/>
          <p:nvPr isPhoto="false"/>
        </p:nvSpPr>
        <p:spPr>
          <a:xfrm flipH="false" flipV="false" rot="0">
            <a:off x="-87028" y="2781301"/>
            <a:ext cx="771240" cy="1295399"/>
          </a:xfrm>
          <a:custGeom>
            <a:avLst/>
            <a:gdLst>
              <a:gd fmla="*/ 123540 w 771240" name="connsiteX0"/>
              <a:gd fmla="*/ 0 h 1295400" name="connsiteY0"/>
              <a:gd fmla="*/ 771240 w 771240" name="connsiteX1"/>
              <a:gd fmla="*/ 647700 h 1295400" name="connsiteY1"/>
              <a:gd fmla="*/ 123540 w 771240" name="connsiteX2"/>
              <a:gd fmla="*/ 1295400 h 1295400" name="connsiteY2"/>
              <a:gd fmla="*/ 0 w 771240" name="connsiteX3"/>
              <a:gd fmla="*/ 1282946 h 1295400" name="connsiteY3"/>
              <a:gd fmla="*/ 0 w 771240" name="connsiteX4"/>
              <a:gd fmla="*/ 12454 h 1295400" name="connsiteY4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771240" name="ODFRight"/>
              <a:gd fmla="val 1295400" name="ODFBottom"/>
              <a:gd fmla="val 771240" name="ODFWidth"/>
              <a:gd fmla="val 1295400" name="ODFHeight"/>
            </a:gdLst>
            <a:rect b="OXMLTextRectB" l="OXMLTextRectL" r="OXMLTextRectR" t="OXMLTextRectT"/>
            <a:pathLst>
              <a:path fill="norm" h="1295400" stroke="true" w="771240">
                <a:moveTo>
                  <a:pt x="123540" y="0"/>
                </a:moveTo>
                <a:cubicBezTo>
                  <a:pt x="481255" y="0"/>
                  <a:pt x="771240" y="289985"/>
                  <a:pt x="771240" y="647700"/>
                </a:cubicBezTo>
                <a:cubicBezTo>
                  <a:pt x="771240" y="1005415"/>
                  <a:pt x="481255" y="1295400"/>
                  <a:pt x="123540" y="1295400"/>
                </a:cubicBezTo>
                <a:lnTo>
                  <a:pt x="0" y="1282946"/>
                </a:lnTo>
                <a:lnTo>
                  <a:pt x="0" y="12454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6" name="Shape 106"/>
          <p:cNvSpPr txBox="false"/>
          <p:nvPr isPhoto="false"/>
        </p:nvSpPr>
        <p:spPr>
          <a:xfrm flipH="false" flipV="false" rot="0">
            <a:off x="6842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07" name="Shape 107"/>
          <p:cNvSpPr txBox="false"/>
          <p:nvPr isPhoto="false"/>
        </p:nvSpPr>
        <p:spPr>
          <a:xfrm flipH="false" flipV="false" rot="5400000">
            <a:off x="227013" y="3086103"/>
            <a:ext cx="228599" cy="68579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8" name="Shape 108"/>
          <p:cNvSpPr txBox="false"/>
          <p:nvPr isPhoto="false"/>
        </p:nvSpPr>
        <p:spPr>
          <a:xfrm flipH="true" flipV="false" rot="0">
            <a:off x="0" y="2781301"/>
            <a:ext cx="684212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09" name="Shape 109"/>
          <p:cNvSpPr txBox="false"/>
          <p:nvPr isPhoto="false"/>
        </p:nvSpPr>
        <p:spPr>
          <a:xfrm flipH="true" flipV="false" rot="0">
            <a:off x="-77788" y="4076701"/>
            <a:ext cx="762000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10" name="Shape 110"/>
          <p:cNvSpPr txBox="false"/>
          <p:nvPr isPhoto="false"/>
        </p:nvSpPr>
        <p:spPr>
          <a:xfrm flipH="false" flipV="false" rot="0">
            <a:off x="115046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11" name="Shape 111"/>
          <p:cNvSpPr txBox="false"/>
          <p:nvPr isPhoto="false"/>
        </p:nvSpPr>
        <p:spPr>
          <a:xfrm flipH="false" flipV="false" rot="0">
            <a:off x="11508467" y="2781301"/>
            <a:ext cx="758143" cy="1295399"/>
          </a:xfrm>
          <a:custGeom>
            <a:avLst/>
            <a:gdLst>
              <a:gd fmla="*/ 647700 w 758144" name="connsiteX0"/>
              <a:gd fmla="*/ 0 h 1295400" name="connsiteY0"/>
              <a:gd fmla="*/ 758144 w 758144" name="connsiteX1"/>
              <a:gd fmla="*/ 11134 h 1295400" name="connsiteY1"/>
              <a:gd fmla="*/ 758144 w 758144" name="connsiteX2"/>
              <a:gd fmla="*/ 1284266 h 1295400" name="connsiteY2"/>
              <a:gd fmla="*/ 647700 w 758144" name="connsiteX3"/>
              <a:gd fmla="*/ 1295400 h 1295400" name="connsiteY3"/>
              <a:gd fmla="*/ 0 w 758144" name="connsiteX4"/>
              <a:gd fmla="*/ 647700 h 1295400" name="connsiteY4"/>
              <a:gd fmla="*/ 647700 w 758144" name="connsiteX5"/>
              <a:gd fmla="*/ 0 h 1295400" name="connsiteY5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758144" name="ODFRight"/>
              <a:gd fmla="val 1295400" name="ODFBottom"/>
              <a:gd fmla="val 758144" name="ODFWidth"/>
              <a:gd fmla="val 1295400" name="ODFHeight"/>
            </a:gdLst>
            <a:rect b="OXMLTextRectB" l="OXMLTextRectL" r="OXMLTextRectR" t="OXMLTextRectT"/>
            <a:pathLst>
              <a:path fill="norm" h="1295400" stroke="true" w="758144">
                <a:moveTo>
                  <a:pt x="647700" y="0"/>
                </a:moveTo>
                <a:lnTo>
                  <a:pt x="758144" y="11134"/>
                </a:lnTo>
                <a:lnTo>
                  <a:pt x="758144" y="1284266"/>
                </a:lnTo>
                <a:lnTo>
                  <a:pt x="647700" y="1295400"/>
                </a:lnTo>
                <a:cubicBezTo>
                  <a:pt x="289985" y="1295400"/>
                  <a:pt x="0" y="1005415"/>
                  <a:pt x="0" y="647700"/>
                </a:cubicBezTo>
                <a:cubicBezTo>
                  <a:pt x="0" y="289985"/>
                  <a:pt x="289985" y="0"/>
                  <a:pt x="647700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2" name="Shape 112"/>
          <p:cNvSpPr txBox="false"/>
          <p:nvPr isPhoto="false"/>
        </p:nvSpPr>
        <p:spPr>
          <a:xfrm flipH="false" flipV="false" rot="5400000">
            <a:off x="11737067" y="3091544"/>
            <a:ext cx="228600" cy="67491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3" name="Shape 113"/>
          <p:cNvSpPr txBox="false"/>
          <p:nvPr isPhoto="false"/>
        </p:nvSpPr>
        <p:spPr>
          <a:xfrm flipH="true" flipV="false" rot="0">
            <a:off x="11504612" y="2781301"/>
            <a:ext cx="685800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14" name="Shape 114"/>
          <p:cNvSpPr txBox="false"/>
          <p:nvPr isPhoto="false"/>
        </p:nvSpPr>
        <p:spPr>
          <a:xfrm flipH="true" flipV="false" rot="0">
            <a:off x="11504612" y="4076701"/>
            <a:ext cx="685800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15" name="Shape 115"/>
          <p:cNvSpPr txBox="true"/>
          <p:nvPr isPhoto="false">
            <p:ph idx="0" type="title"/>
          </p:nvPr>
        </p:nvSpPr>
        <p:spPr>
          <a:xfrm flipH="false" flipV="false" rot="0">
            <a:off x="684212" y="304800"/>
            <a:ext cx="10820400" cy="1409696"/>
          </a:xfrm>
          <a:prstGeom prst="rect">
            <a:avLst/>
          </a:prstGeom>
        </p:spPr>
        <p:txBody>
          <a:bodyPr anchor="ctr">
            <a:normAutofit fontScale="100%" lnSpcReduction="0%"/>
          </a:bodyPr>
          <a:lstStyle>
            <a:defPPr/>
            <a:lvl1pPr algn="ctr" lvl="0">
              <a:defRPr sz="5400"/>
            </a:lvl1pPr>
          </a:lstStyle>
          <a:p>
            <a:r>
              <a:t>Щелкните, чтобы изменить стиль образца заголовка</a:t>
            </a:r>
          </a:p>
        </p:txBody>
      </p:sp>
      <p:sp>
        <p:nvSpPr>
          <p:cNvPr hidden="false" id="116" name="Shape 116"/>
          <p:cNvSpPr txBox="true"/>
          <p:nvPr isPhoto="false">
            <p:ph idx="1" type="body"/>
          </p:nvPr>
        </p:nvSpPr>
        <p:spPr>
          <a:xfrm flipH="false" flipV="false" rot="0">
            <a:off x="1293812" y="1984248"/>
            <a:ext cx="9601200" cy="3657600"/>
          </a:xfrm>
          <a:prstGeom prst="rect">
            <a:avLst/>
          </a:prstGeom>
        </p:spPr>
        <p:txBody>
          <a:bodyPr anchor="t" lIns="0">
            <a:normAutofit fontScale="100%" lnSpcReduction="0%"/>
          </a:bodyPr>
          <a:lstStyle>
            <a:defPPr/>
            <a:lvl1pPr indent="0" lvl="0" marL="0">
              <a:lnSpc>
                <a:spcPct val="150000"/>
              </a:lnSpc>
              <a:buNone/>
              <a:defRPr sz="1800"/>
            </a:lvl1pPr>
            <a:lvl2pPr indent="0" lvl="1" marL="426645">
              <a:lnSpc>
                <a:spcPct val="150000"/>
              </a:lnSpc>
              <a:buNone/>
              <a:defRPr sz="1600"/>
            </a:lvl2pPr>
            <a:lvl3pPr indent="0" lvl="2" marL="853290">
              <a:lnSpc>
                <a:spcPct val="150000"/>
              </a:lnSpc>
              <a:buNone/>
              <a:defRPr sz="1400"/>
            </a:lvl3pPr>
            <a:lvl4pPr indent="0" lvl="3" marL="1279936">
              <a:lnSpc>
                <a:spcPct val="150000"/>
              </a:lnSpc>
              <a:buNone/>
              <a:defRPr sz="1400"/>
            </a:lvl4pPr>
            <a:lvl5pPr indent="0" lvl="4" marL="1706580">
              <a:lnSpc>
                <a:spcPct val="150000"/>
              </a:lnSpc>
              <a:buNone/>
              <a:defRPr sz="1400"/>
            </a:lvl5pPr>
            <a:lvl6pPr lvl="5"/>
            <a:lvl7pPr lvl="6">
              <a:defRPr baseline="0"/>
            </a:lvl7pPr>
            <a:lvl8pPr lvl="7">
              <a:defRPr baseline="0"/>
            </a:lvl8pPr>
            <a:lvl9pPr lvl="8">
              <a:defRPr baseline="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117" name="Shape 11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20XX</a:t>
            </a:r>
          </a:p>
        </p:txBody>
      </p:sp>
      <p:sp>
        <p:nvSpPr>
          <p:cNvPr hidden="false" id="118" name="Shape 11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19" name="Shape 11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BCE6C157-4731-46D9-9529-7F3B21B335D1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Заголовок + подзаголовок + рисунок">
    <p:bg>
      <p:bgPr>
        <a:solidFill>
          <a:schemeClr val="bg1"/>
        </a:solidFill>
      </p:bgPr>
    </p:bg>
    <p:spTree>
      <p:nvGrpSpPr>
        <p:cNvPr hidden="false" id="120" name="GroupShape 12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122" name="Picture 122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123" name="Shape 123"/>
          <p:cNvSpPr txBox="false"/>
          <p:nvPr isPhoto="false"/>
        </p:nvSpPr>
        <p:spPr>
          <a:xfrm flipH="false" flipV="false" rot="0">
            <a:off x="-1588" y="0"/>
            <a:ext cx="12217620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4" name="Shape 124"/>
          <p:cNvSpPr txBox="true"/>
          <p:nvPr isPhoto="false">
            <p:ph idx="0" type="title"/>
          </p:nvPr>
        </p:nvSpPr>
        <p:spPr>
          <a:xfrm flipH="false" flipV="false" rot="0">
            <a:off x="4722812" y="914400"/>
            <a:ext cx="5181600" cy="2514600"/>
          </a:xfrm>
          <a:prstGeom prst="rect">
            <a:avLst/>
          </a:prstGeom>
        </p:spPr>
        <p:txBody>
          <a:bodyPr lIns="0">
            <a:normAutofit fontScale="100%" lnSpcReduction="0%"/>
          </a:bodyPr>
          <a:lstStyle>
            <a:defPPr/>
            <a:lvl1pPr lvl="0">
              <a:defRPr sz="66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125" name="Shape 125"/>
          <p:cNvSpPr txBox="false"/>
          <p:nvPr isPhoto="false">
            <p:ph idx="3" type="body"/>
          </p:nvPr>
        </p:nvSpPr>
        <p:spPr>
          <a:xfrm flipH="false" flipV="false" rot="0">
            <a:off x="231775" y="17527"/>
            <a:ext cx="3944303" cy="6822059"/>
          </a:xfrm>
          <a:custGeom>
            <a:avLst/>
            <a:gdLst>
              <a:gd fmla="*/ 0 w 3944303" name="connsiteX0"/>
              <a:gd fmla="*/ 6402705 h 6822059" name="connsiteY0"/>
              <a:gd fmla="*/ 3944303 w 3944303" name="connsiteX1"/>
              <a:gd fmla="*/ 6402705 h 6822059" name="connsiteY1"/>
              <a:gd fmla="*/ 3944303 w 3944303" name="connsiteX2"/>
              <a:gd fmla="*/ 6822059 h 6822059" name="connsiteY2"/>
              <a:gd fmla="*/ 0 w 3944303" name="connsiteX3"/>
              <a:gd fmla="*/ 6822059 h 6822059" name="connsiteY3"/>
              <a:gd fmla="*/ 0 w 3944303" name="connsiteX4"/>
              <a:gd fmla="*/ 457200 h 6822059" name="connsiteY4"/>
              <a:gd fmla="*/ 3944303 w 3944303" name="connsiteX5"/>
              <a:gd fmla="*/ 457200 h 6822059" name="connsiteY5"/>
              <a:gd fmla="*/ 3944303 w 3944303" name="connsiteX6"/>
              <a:gd fmla="*/ 6366129 h 6822059" name="connsiteY6"/>
              <a:gd fmla="*/ 0 w 3944303" name="connsiteX7"/>
              <a:gd fmla="*/ 6366129 h 6822059" name="connsiteY7"/>
              <a:gd fmla="*/ 0 w 3944303" name="connsiteX8"/>
              <a:gd fmla="*/ 0 h 6822059" name="connsiteY8"/>
              <a:gd fmla="*/ 3944303 w 3944303" name="connsiteX9"/>
              <a:gd fmla="*/ 0 h 6822059" name="connsiteY9"/>
              <a:gd fmla="*/ 3944303 w 3944303" name="connsiteX10"/>
              <a:gd fmla="*/ 420624 h 6822059" name="connsiteY10"/>
              <a:gd fmla="*/ 0 w 3944303" name="connsiteX11"/>
              <a:gd fmla="*/ 420624 h 6822059" name="connsiteY11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944303" name="ODFRight"/>
              <a:gd fmla="val 6822059" name="ODFBottom"/>
              <a:gd fmla="val 3944303" name="ODFWidth"/>
              <a:gd fmla="val 6822059" name="ODFHeight"/>
            </a:gdLst>
            <a:rect b="OXMLTextRectB" l="OXMLTextRectL" r="OXMLTextRectR" t="OXMLTextRectT"/>
            <a:pathLst>
              <a:path fill="norm" h="6822059" stroke="true" w="3944303">
                <a:moveTo>
                  <a:pt x="0" y="6402705"/>
                </a:moveTo>
                <a:lnTo>
                  <a:pt x="3944303" y="6402705"/>
                </a:lnTo>
                <a:lnTo>
                  <a:pt x="3944303" y="6822059"/>
                </a:lnTo>
                <a:lnTo>
                  <a:pt x="0" y="6822059"/>
                </a:lnTo>
                <a:close/>
                <a:moveTo>
                  <a:pt x="0" y="457200"/>
                </a:moveTo>
                <a:lnTo>
                  <a:pt x="3944303" y="457200"/>
                </a:lnTo>
                <a:lnTo>
                  <a:pt x="3944303" y="6366129"/>
                </a:lnTo>
                <a:lnTo>
                  <a:pt x="0" y="6366129"/>
                </a:lnTo>
                <a:close/>
                <a:moveTo>
                  <a:pt x="0" y="0"/>
                </a:moveTo>
                <a:lnTo>
                  <a:pt x="3944303" y="0"/>
                </a:lnTo>
                <a:lnTo>
                  <a:pt x="3944303" y="420624"/>
                </a:lnTo>
                <a:lnTo>
                  <a:pt x="0" y="4206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defPPr/>
            <a:lvl1pPr indent="0" lvl="0" marL="0">
              <a:buNone/>
            </a:lvl1pPr>
          </a:lstStyle>
          <a:p/>
        </p:txBody>
      </p:sp>
      <p:sp>
        <p:nvSpPr>
          <p:cNvPr hidden="false" id="126" name="Shape 126"/>
          <p:cNvSpPr txBox="true"/>
          <p:nvPr isPhoto="false">
            <p:ph idx="1" type="body"/>
          </p:nvPr>
        </p:nvSpPr>
        <p:spPr>
          <a:xfrm flipH="false" flipV="false" rot="0">
            <a:off x="4722808" y="3657600"/>
            <a:ext cx="5181595" cy="2286000"/>
          </a:xfrm>
          <a:prstGeom prst="rect">
            <a:avLst/>
          </a:prstGeom>
        </p:spPr>
        <p:txBody>
          <a:bodyPr anchor="t" lIns="0">
            <a:normAutofit fontScale="100%" lnSpcReduction="0%"/>
          </a:bodyPr>
          <a:lstStyle>
            <a:defPPr/>
            <a:lvl1pPr indent="0" lvl="0" marL="0">
              <a:lnSpc>
                <a:spcPct val="125000"/>
              </a:lnSpc>
              <a:buNone/>
              <a:defRPr sz="1800"/>
            </a:lvl1pPr>
            <a:lvl2pPr indent="0" lvl="1" marL="426645">
              <a:lnSpc>
                <a:spcPct val="125000"/>
              </a:lnSpc>
              <a:buNone/>
              <a:defRPr sz="1600"/>
            </a:lvl2pPr>
            <a:lvl3pPr indent="0" lvl="2" marL="853290">
              <a:lnSpc>
                <a:spcPct val="125000"/>
              </a:lnSpc>
              <a:buNone/>
              <a:defRPr sz="1400"/>
            </a:lvl3pPr>
            <a:lvl4pPr indent="0" lvl="3" marL="1279936">
              <a:lnSpc>
                <a:spcPct val="125000"/>
              </a:lnSpc>
              <a:buNone/>
              <a:defRPr sz="1400"/>
            </a:lvl4pPr>
            <a:lvl5pPr indent="0" lvl="4" marL="1706580">
              <a:lnSpc>
                <a:spcPct val="125000"/>
              </a:lnSpc>
              <a:buNone/>
              <a:defRPr sz="1400"/>
            </a:lvl5pPr>
            <a:lvl6pPr lvl="5"/>
            <a:lvl7pPr lvl="6">
              <a:defRPr baseline="0"/>
            </a:lvl7pPr>
            <a:lvl8pPr lvl="7">
              <a:defRPr baseline="0"/>
            </a:lvl8pPr>
            <a:lvl9pPr lvl="8">
              <a:defRPr baseline="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127" name="Shape 127"/>
          <p:cNvSpPr txBox="true"/>
          <p:nvPr isPhoto="false">
            <p:ph idx="10" type="dt"/>
          </p:nvPr>
        </p:nvSpPr>
        <p:spPr>
          <a:xfrm flipH="false" flipV="false" rot="0">
            <a:off x="1598611" y="6400801"/>
            <a:ext cx="2261183" cy="32067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20ГГ</a:t>
            </a:r>
          </a:p>
        </p:txBody>
      </p:sp>
      <p:sp>
        <p:nvSpPr>
          <p:cNvPr hidden="false" id="128" name="Shape 128"/>
          <p:cNvSpPr txBox="true"/>
          <p:nvPr isPhoto="false">
            <p:ph idx="11" type="ftr"/>
          </p:nvPr>
        </p:nvSpPr>
        <p:spPr>
          <a:xfrm flipH="false" flipV="false" rot="0">
            <a:off x="4226789" y="6400801"/>
            <a:ext cx="5897354" cy="32067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29" name="Shape 12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3A974DD3-C8A0-47BC-864F-925B40AB6A16}" type="slidenum">
              <a:t>&lt;#&gt;</a:t>
            </a:fld>
          </a:p>
        </p:txBody>
      </p:sp>
      <p:sp>
        <p:nvSpPr>
          <p:cNvPr hidden="false" id="130" name="Shape 130"/>
          <p:cNvSpPr txBox="false"/>
          <p:nvPr isPhoto="false"/>
        </p:nvSpPr>
        <p:spPr>
          <a:xfrm flipH="false" flipV="false" rot="0">
            <a:off x="-1588" y="457200"/>
            <a:ext cx="11648687" cy="5943600"/>
          </a:xfrm>
          <a:custGeom>
            <a:avLst/>
            <a:gdLst>
              <a:gd fmla="*/ 0 w 12188825" name="connsiteX0"/>
              <a:gd fmla="*/ 0 h 6858000" name="connsiteY0"/>
              <a:gd fmla="*/ 8759825 w 12188825" name="connsiteX1"/>
              <a:gd fmla="*/ 0 h 6858000" name="connsiteY1"/>
              <a:gd fmla="*/ 8761412 w 12188825" name="connsiteX2"/>
              <a:gd fmla="*/ 0 h 6858000" name="connsiteY2"/>
              <a:gd fmla="*/ 8761412 w 12188825" name="connsiteX3"/>
              <a:gd fmla="*/ 40 h 6858000" name="connsiteY3"/>
              <a:gd fmla="*/ 8936281 w 12188825" name="connsiteX4"/>
              <a:gd fmla="*/ 4462 h 6858000" name="connsiteY4"/>
              <a:gd fmla="*/ 12188825 w 12188825" name="connsiteX5"/>
              <a:gd fmla="*/ 3429000 h 6858000" name="connsiteY5"/>
              <a:gd fmla="*/ 8936281 w 12188825" name="connsiteX6"/>
              <a:gd fmla="*/ 6853538 h 6858000" name="connsiteY6"/>
              <a:gd fmla="*/ 8761412 w 12188825" name="connsiteX7"/>
              <a:gd fmla="*/ 6857960 h 6858000" name="connsiteY7"/>
              <a:gd fmla="*/ 8761412 w 12188825" name="connsiteX8"/>
              <a:gd fmla="*/ 6858000 h 6858000" name="connsiteY8"/>
              <a:gd fmla="*/ 8759825 w 12188825" name="connsiteX9"/>
              <a:gd fmla="*/ 6858000 h 6858000" name="connsiteY9"/>
              <a:gd fmla="*/ 0 w 12188825" name="connsiteX10"/>
              <a:gd fmla="*/ 6858000 h 6858000" name="connsiteY10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12188825" name="ODFRight"/>
              <a:gd fmla="val 6858000" name="ODFBottom"/>
              <a:gd fmla="val 12188825" name="ODFWidth"/>
              <a:gd fmla="val 6858000" name="ODFHeight"/>
            </a:gdLst>
            <a:rect b="OXMLTextRectB" l="OXMLTextRectL" r="OXMLTextRectR" t="OXMLTextRectT"/>
            <a:pathLst>
              <a:path fill="norm" h="6858000" stroke="true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1" name="Shape 131"/>
          <p:cNvSpPr txBox="false"/>
          <p:nvPr isPhoto="false"/>
        </p:nvSpPr>
        <p:spPr>
          <a:xfrm flipH="false" flipV="false" rot="0">
            <a:off x="0" y="0"/>
            <a:ext cx="12188825" cy="6858000"/>
          </a:xfrm>
          <a:custGeom>
            <a:avLst/>
            <a:gdLst>
              <a:gd fmla="*/ 0 w 12188825" name="connsiteX0"/>
              <a:gd fmla="*/ 0 h 6858000" name="connsiteY0"/>
              <a:gd fmla="*/ 8759825 w 12188825" name="connsiteX1"/>
              <a:gd fmla="*/ 0 h 6858000" name="connsiteY1"/>
              <a:gd fmla="*/ 8761412 w 12188825" name="connsiteX2"/>
              <a:gd fmla="*/ 0 h 6858000" name="connsiteY2"/>
              <a:gd fmla="*/ 8761412 w 12188825" name="connsiteX3"/>
              <a:gd fmla="*/ 40 h 6858000" name="connsiteY3"/>
              <a:gd fmla="*/ 8936281 w 12188825" name="connsiteX4"/>
              <a:gd fmla="*/ 4462 h 6858000" name="connsiteY4"/>
              <a:gd fmla="*/ 12188825 w 12188825" name="connsiteX5"/>
              <a:gd fmla="*/ 3429000 h 6858000" name="connsiteY5"/>
              <a:gd fmla="*/ 8936281 w 12188825" name="connsiteX6"/>
              <a:gd fmla="*/ 6853538 h 6858000" name="connsiteY6"/>
              <a:gd fmla="*/ 8761412 w 12188825" name="connsiteX7"/>
              <a:gd fmla="*/ 6857960 h 6858000" name="connsiteY7"/>
              <a:gd fmla="*/ 8761412 w 12188825" name="connsiteX8"/>
              <a:gd fmla="*/ 6858000 h 6858000" name="connsiteY8"/>
              <a:gd fmla="*/ 8759825 w 12188825" name="connsiteX9"/>
              <a:gd fmla="*/ 6858000 h 6858000" name="connsiteY9"/>
              <a:gd fmla="*/ 0 w 12188825" name="connsiteX10"/>
              <a:gd fmla="*/ 6858000 h 6858000" name="connsiteY10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12188825" name="ODFRight"/>
              <a:gd fmla="val 6858000" name="ODFBottom"/>
              <a:gd fmla="val 12188825" name="ODFWidth"/>
              <a:gd fmla="val 6858000" name="ODFHeight"/>
            </a:gdLst>
            <a:rect b="OXMLTextRectB" l="OXMLTextRectL" r="OXMLTextRectR" t="OXMLTextRectT"/>
            <a:pathLst>
              <a:path fill="norm" h="6858000" stroke="true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2" name="Shape 132"/>
          <p:cNvSpPr txBox="false"/>
          <p:nvPr isPhoto="false"/>
        </p:nvSpPr>
        <p:spPr>
          <a:xfrm flipH="false" flipV="false" rot="0"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3" name="Shape 133"/>
          <p:cNvSpPr txBox="false"/>
          <p:nvPr isPhoto="false"/>
        </p:nvSpPr>
        <p:spPr>
          <a:xfrm flipH="false" flipV="false" rot="0">
            <a:off x="10534141" y="521208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4" name="Shape 134"/>
          <p:cNvSpPr txBox="false"/>
          <p:nvPr isPhoto="false"/>
        </p:nvSpPr>
        <p:spPr>
          <a:xfrm flipH="false" flipV="false" rot="0">
            <a:off x="10542905" y="0"/>
            <a:ext cx="1645919" cy="1645920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5" name="Shape 135"/>
          <p:cNvSpPr txBox="false"/>
          <p:nvPr isPhoto="false"/>
        </p:nvSpPr>
        <p:spPr>
          <a:xfrm flipH="false" flipV="false" rot="0">
            <a:off x="4189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</p:spTree>
  </p:cSld>
</p:sldLayout>
</file>

<file path=ppt/slideLayouts/slideLayout9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Два элемента содержимого 3">
    <p:bg>
      <p:bgPr>
        <a:solidFill>
          <a:schemeClr val="bg1"/>
        </a:solidFill>
      </p:bgPr>
    </p:bg>
    <p:spTree>
      <p:nvGrpSpPr>
        <p:cNvPr hidden="false" id="136" name="GroupShape 1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138" name="Picture 138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139" name="Shape 139"/>
          <p:cNvSpPr txBox="false"/>
          <p:nvPr isPhoto="false"/>
        </p:nvSpPr>
        <p:spPr>
          <a:xfrm flipH="false" flipV="false" rot="0">
            <a:off x="-8042" y="0"/>
            <a:ext cx="12204908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0" name="Shape 140"/>
          <p:cNvSpPr txBox="false"/>
          <p:nvPr isPhoto="false"/>
        </p:nvSpPr>
        <p:spPr>
          <a:xfrm flipH="false" flipV="false" rot="0">
            <a:off x="10647996" y="0"/>
            <a:ext cx="1524000" cy="1524001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1" name="Shape 141"/>
          <p:cNvSpPr txBox="false"/>
          <p:nvPr isPhoto="false"/>
        </p:nvSpPr>
        <p:spPr>
          <a:xfrm flipH="false" flipV="false" rot="0">
            <a:off x="760412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42" name="Shape 142"/>
          <p:cNvSpPr txBox="false"/>
          <p:nvPr isPhoto="false"/>
        </p:nvSpPr>
        <p:spPr>
          <a:xfrm flipH="false" flipV="false" rot="0">
            <a:off x="12988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3" name="Shape 143"/>
          <p:cNvSpPr txBox="false"/>
          <p:nvPr isPhoto="false"/>
        </p:nvSpPr>
        <p:spPr>
          <a:xfrm flipH="false" flipV="false" rot="0">
            <a:off x="-16083" y="-2"/>
            <a:ext cx="12220991" cy="7010403"/>
          </a:xfrm>
          <a:custGeom>
            <a:avLst/>
            <a:gdLst>
              <a:gd fmla="*/ 6110498 w 12220991" name="connsiteX0"/>
              <a:gd fmla="*/ 0 h 7010403" name="connsiteY0"/>
              <a:gd fmla="*/ 12163073 w 12220991" name="connsiteX1"/>
              <a:gd fmla="*/ 3016566 h 7010403" name="connsiteY1"/>
              <a:gd fmla="*/ 12220991 w 12220991" name="connsiteX2"/>
              <a:gd fmla="*/ 3352802 h 7010403" name="connsiteY2"/>
              <a:gd fmla="*/ 12204908 w 12220991" name="connsiteX3"/>
              <a:gd fmla="*/ 3352802 h 7010403" name="connsiteY3"/>
              <a:gd fmla="*/ 12204908 w 12220991" name="connsiteX4"/>
              <a:gd fmla="*/ 7010403 h 7010403" name="connsiteY4"/>
              <a:gd fmla="*/ 0 w 12220991" name="connsiteX5"/>
              <a:gd fmla="*/ 7010403 h 7010403" name="connsiteY5"/>
              <a:gd fmla="*/ 0 w 12220991" name="connsiteX6"/>
              <a:gd fmla="*/ 3276603 h 7010403" name="connsiteY6"/>
              <a:gd fmla="*/ 13127 w 12220991" name="connsiteX7"/>
              <a:gd fmla="*/ 3276603 h 7010403" name="connsiteY7"/>
              <a:gd fmla="*/ 57919 w 12220991" name="connsiteX8"/>
              <a:gd fmla="*/ 3016567 h 7010403" name="connsiteY8"/>
              <a:gd fmla="*/ 6110498 w 12220991" name="connsiteX9"/>
              <a:gd fmla="*/ 0 h 7010403" name="connsiteY9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12220991" name="ODFRight"/>
              <a:gd fmla="val 7010403" name="ODFBottom"/>
              <a:gd fmla="val 12220991" name="ODFWidth"/>
              <a:gd fmla="val 7010403" name="ODFHeight"/>
            </a:gdLst>
            <a:rect b="OXMLTextRectB" l="OXMLTextRectL" r="OXMLTextRectR" t="OXMLTextRectT"/>
            <a:pathLst>
              <a:path fill="norm" h="7010403" stroke="true" w="12220991">
                <a:moveTo>
                  <a:pt x="6110498" y="0"/>
                </a:moveTo>
                <a:cubicBezTo>
                  <a:pt x="9180318" y="0"/>
                  <a:pt x="11722257" y="1309322"/>
                  <a:pt x="12163073" y="3016566"/>
                </a:cubicBezTo>
                <a:lnTo>
                  <a:pt x="12220991" y="3352802"/>
                </a:lnTo>
                <a:lnTo>
                  <a:pt x="12204908" y="3352802"/>
                </a:lnTo>
                <a:lnTo>
                  <a:pt x="12204908" y="7010403"/>
                </a:lnTo>
                <a:lnTo>
                  <a:pt x="0" y="7010403"/>
                </a:lnTo>
                <a:lnTo>
                  <a:pt x="0" y="3276603"/>
                </a:lnTo>
                <a:lnTo>
                  <a:pt x="13127" y="3276603"/>
                </a:lnTo>
                <a:lnTo>
                  <a:pt x="57919" y="3016567"/>
                </a:lnTo>
                <a:cubicBezTo>
                  <a:pt x="498732" y="1309322"/>
                  <a:pt x="3040674" y="0"/>
                  <a:pt x="6110498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4" name="Shape 144"/>
          <p:cNvSpPr txBox="false"/>
          <p:nvPr isPhoto="false"/>
        </p:nvSpPr>
        <p:spPr>
          <a:xfrm flipH="false" flipV="false" rot="0">
            <a:off x="11428413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45" name="Shape 145"/>
          <p:cNvSpPr txBox="false"/>
          <p:nvPr isPhoto="false"/>
        </p:nvSpPr>
        <p:spPr>
          <a:xfrm flipH="false" flipV="false" rot="0">
            <a:off x="660689" y="0"/>
            <a:ext cx="228599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6" name="Shape 146"/>
          <p:cNvSpPr txBox="false"/>
          <p:nvPr isPhoto="false"/>
        </p:nvSpPr>
        <p:spPr>
          <a:xfrm flipH="false" flipV="false" rot="0">
            <a:off x="11314113" y="-2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7" name="Shape 147"/>
          <p:cNvSpPr txBox="true"/>
          <p:nvPr isPhoto="false">
            <p:ph idx="0" type="title"/>
          </p:nvPr>
        </p:nvSpPr>
        <p:spPr>
          <a:xfrm flipH="false" flipV="false" rot="0">
            <a:off x="1830856" y="533400"/>
            <a:ext cx="8527112" cy="2209801"/>
          </a:xfrm>
          <a:prstGeom prst="rect">
            <a:avLst/>
          </a:prstGeom>
        </p:spPr>
        <p:txBody>
          <a:bodyPr anchor="ctr" lIns="0">
            <a:normAutofit fontScale="100%" lnSpcReduction="0%"/>
          </a:bodyPr>
          <a:lstStyle>
            <a:defPPr/>
            <a:lvl1pPr algn="ctr" lvl="0">
              <a:defRPr sz="54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148" name="Shape 148"/>
          <p:cNvSpPr txBox="true"/>
          <p:nvPr isPhoto="false">
            <p:ph idx="1" type="body"/>
          </p:nvPr>
        </p:nvSpPr>
        <p:spPr>
          <a:xfrm flipH="false" flipV="false" rot="0">
            <a:off x="1827211" y="2933697"/>
            <a:ext cx="4114801" cy="3390903"/>
          </a:xfrm>
          <a:prstGeom prst="rect">
            <a:avLst/>
          </a:prstGeom>
        </p:spPr>
        <p:txBody>
          <a:bodyPr anchor="t" lIns="0">
            <a:normAutofit fontScale="100%" lnSpcReduction="0%"/>
          </a:bodyPr>
          <a:lstStyle>
            <a:defPPr/>
            <a:lvl1pPr indent="-285750" lvl="0" marL="285750">
              <a:lnSpc>
                <a:spcPct val="125000"/>
              </a:lnSpc>
              <a:buFont typeface="Arial"/>
              <a:buChar char="•"/>
              <a:defRPr sz="1800"/>
            </a:lvl1pPr>
            <a:lvl2pPr indent="-285750" lvl="1" marL="712395">
              <a:lnSpc>
                <a:spcPct val="125000"/>
              </a:lnSpc>
              <a:buFont typeface="Arial"/>
              <a:buChar char="•"/>
              <a:defRPr sz="1600"/>
            </a:lvl2pPr>
            <a:lvl3pPr indent="-285750" lvl="2" marL="1139040">
              <a:lnSpc>
                <a:spcPct val="125000"/>
              </a:lnSpc>
              <a:buFont typeface="Arial"/>
              <a:buChar char="•"/>
              <a:defRPr sz="1400"/>
            </a:lvl3pPr>
            <a:lvl4pPr indent="-285750" lvl="3" marL="1565686">
              <a:lnSpc>
                <a:spcPct val="125000"/>
              </a:lnSpc>
              <a:buFont typeface="Arial"/>
              <a:buChar char="•"/>
              <a:defRPr sz="1400"/>
            </a:lvl4pPr>
            <a:lvl5pPr indent="-285750" lvl="4" marL="1992330">
              <a:lnSpc>
                <a:spcPct val="125000"/>
              </a:lnSpc>
              <a:buFont typeface="Arial"/>
              <a:buChar char="•"/>
              <a:defRPr sz="1400"/>
            </a:lvl5pPr>
            <a:lvl6pPr lvl="5"/>
            <a:lvl7pPr lvl="6">
              <a:defRPr baseline="0"/>
            </a:lvl7pPr>
            <a:lvl8pPr lvl="7">
              <a:defRPr baseline="0"/>
            </a:lvl8pPr>
            <a:lvl9pPr lvl="8">
              <a:defRPr baseline="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149" name="Shape 149"/>
          <p:cNvSpPr txBox="true"/>
          <p:nvPr isPhoto="false">
            <p:ph idx="4" type="body"/>
          </p:nvPr>
        </p:nvSpPr>
        <p:spPr>
          <a:xfrm flipH="false" flipV="false" rot="0">
            <a:off x="6236990" y="2933696"/>
            <a:ext cx="4114801" cy="3390904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algn="l" indent="-304747" lvl="0" marL="0">
              <a:lnSpc>
                <a:spcPct val="125000"/>
              </a:lnSpc>
              <a:buSzPct val="100000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indent="-304747" lvl="1" marL="731392">
              <a:lnSpc>
                <a:spcPct val="125000"/>
              </a:lnSpc>
              <a:buSzPct val="100000"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algn="l" indent="-304747" lvl="2" marL="1158037">
              <a:lnSpc>
                <a:spcPct val="125000"/>
              </a:lnSpc>
              <a:buSzPct val="100000"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algn="l" indent="-304747" lvl="3" marL="1584683">
              <a:lnSpc>
                <a:spcPct val="125000"/>
              </a:lnSpc>
              <a:buSzPct val="100000"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algn="l" indent="-304746" lvl="4" marL="2011328">
              <a:lnSpc>
                <a:spcPct val="125000"/>
              </a:lnSpc>
              <a:buSzPct val="100000"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indent="0" lvl="5" marL="2011328">
              <a:defRPr sz="1800"/>
            </a:lvl6pPr>
            <a:lvl7pPr indent="0" lvl="6" marL="2011328">
              <a:defRPr sz="1800"/>
            </a:lvl7pPr>
            <a:lvl8pPr indent="0" lvl="7" marL="2011328">
              <a:defRPr sz="1800"/>
            </a:lvl8pPr>
            <a:lvl9pPr indent="0" lvl="8" marL="2011328">
              <a:defRPr sz="180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algn="l" indent="-285750" lvl="1" marL="712395">
              <a:lnSpc>
                <a:spcPct val="125000"/>
              </a:lnSpc>
              <a:spcBef>
                <a:spcPts val="1066"/>
              </a:spcBef>
            </a:pPr>
            <a:r>
              <a:t>Второй уровень</a:t>
            </a:r>
          </a:p>
          <a:p>
            <a:pPr algn="l" indent="-285750" lvl="2" marL="1139040">
              <a:lnSpc>
                <a:spcPct val="125000"/>
              </a:lnSpc>
              <a:spcBef>
                <a:spcPts val="1066"/>
              </a:spcBef>
            </a:pPr>
            <a:r>
              <a:t>Третий уровень</a:t>
            </a:r>
          </a:p>
          <a:p>
            <a:pPr algn="l" indent="-285750" lvl="3" marL="1565686">
              <a:lnSpc>
                <a:spcPct val="125000"/>
              </a:lnSpc>
              <a:spcBef>
                <a:spcPts val="1066"/>
              </a:spcBef>
            </a:pPr>
            <a:r>
              <a:t>Четвертый уровень</a:t>
            </a:r>
          </a:p>
          <a:p>
            <a:pPr algn="l" indent="-285750" lvl="4" marL="1992330">
              <a:lnSpc>
                <a:spcPct val="125000"/>
              </a:lnSpc>
              <a:spcBef>
                <a:spcPts val="1066"/>
              </a:spcBef>
            </a:pPr>
            <a:r>
              <a:t>Пятый уровень</a:t>
            </a:r>
          </a:p>
        </p:txBody>
      </p:sp>
      <p:sp>
        <p:nvSpPr>
          <p:cNvPr hidden="false" id="150" name="Shape 15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20XX</a:t>
            </a:r>
          </a:p>
        </p:txBody>
      </p:sp>
      <p:sp>
        <p:nvSpPr>
          <p:cNvPr hidden="false" id="151" name="Shape 15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52" name="Shape 15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F48D50B-EB76-404B-A209-7F2A0E16D2D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false" type="cust">
  <p:cSld name="Заголовок + подзаголовок">
    <p:bg>
      <p:bgPr>
        <a:solidFill>
          <a:schemeClr val="bg1"/>
        </a:solidFill>
      </p:bgPr>
    </p:bg>
    <p:spTree>
      <p:nvGrpSpPr>
        <p:cNvPr hidden="false" id="153" name="GroupShape 15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155" name="Picture 15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156" name="Shape 156"/>
          <p:cNvSpPr txBox="false"/>
          <p:nvPr isPhoto="false"/>
        </p:nvSpPr>
        <p:spPr>
          <a:xfrm flipH="false" flipV="false" rot="0">
            <a:off x="0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7" name="Shape 157"/>
          <p:cNvSpPr txBox="false"/>
          <p:nvPr isPhoto="false"/>
        </p:nvSpPr>
        <p:spPr>
          <a:xfrm flipH="false" flipV="false" rot="5400000">
            <a:off x="1408905" y="1905794"/>
            <a:ext cx="228600" cy="30464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8" name="Shape 158"/>
          <p:cNvSpPr txBox="true"/>
          <p:nvPr isPhoto="false">
            <p:ph idx="0" type="title"/>
          </p:nvPr>
        </p:nvSpPr>
        <p:spPr>
          <a:xfrm flipH="false" flipV="false" rot="0">
            <a:off x="3275807" y="400051"/>
            <a:ext cx="5637210" cy="2914649"/>
          </a:xfrm>
          <a:prstGeom prst="rect">
            <a:avLst/>
          </a:prstGeom>
        </p:spPr>
        <p:txBody>
          <a:bodyPr anchor="b">
            <a:normAutofit fontScale="100%" lnSpcReduction="0%"/>
          </a:bodyPr>
          <a:lstStyle>
            <a:defPPr/>
            <a:lvl1pPr algn="ctr" lvl="0">
              <a:defRPr b="false" baseline="0" cap="none" sz="66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159" name="Shape 159"/>
          <p:cNvSpPr txBox="false"/>
          <p:nvPr isPhoto="false"/>
        </p:nvSpPr>
        <p:spPr>
          <a:xfrm flipH="false" flipV="false" rot="0">
            <a:off x="-77788" y="1320655"/>
            <a:ext cx="3124198" cy="4216690"/>
          </a:xfrm>
          <a:custGeom>
            <a:avLst/>
            <a:gdLst>
              <a:gd fmla="*/ 0 w 3124198" name="connsiteX0"/>
              <a:gd fmla="*/ 0 h 4216690" name="connsiteY0"/>
              <a:gd fmla="*/ 1190290 w 3124198" name="connsiteX1"/>
              <a:gd fmla="*/ 0 h 4216690" name="connsiteY1"/>
              <a:gd fmla="*/ 1191185 w 3124198" name="connsiteX2"/>
              <a:gd fmla="*/ 0 h 4216690" name="connsiteY2"/>
              <a:gd fmla="*/ 1191185 w 3124198" name="connsiteX3"/>
              <a:gd fmla="*/ 25 h 4216690" name="connsiteY3"/>
              <a:gd fmla="*/ 1289808 w 3124198" name="connsiteX4"/>
              <a:gd fmla="*/ 2744 h 4216690" name="connsiteY4"/>
              <a:gd fmla="*/ 3124198 w 3124198" name="connsiteX5"/>
              <a:gd fmla="*/ 2108345 h 4216690" name="connsiteY5"/>
              <a:gd fmla="*/ 1289808 w 3124198" name="connsiteX6"/>
              <a:gd fmla="*/ 4213947 h 4216690" name="connsiteY6"/>
              <a:gd fmla="*/ 1191185 w 3124198" name="connsiteX7"/>
              <a:gd fmla="*/ 4216666 h 4216690" name="connsiteY7"/>
              <a:gd fmla="*/ 1191185 w 3124198" name="connsiteX8"/>
              <a:gd fmla="*/ 4216690 h 4216690" name="connsiteY8"/>
              <a:gd fmla="*/ 1190290 w 3124198" name="connsiteX9"/>
              <a:gd fmla="*/ 4216690 h 4216690" name="connsiteY9"/>
              <a:gd fmla="*/ 0 w 3124198" name="connsiteX10"/>
              <a:gd fmla="*/ 4216690 h 4216690" name="connsiteY10"/>
              <a:gd fmla="*/ 0 w 3124198" name="connsiteX11"/>
              <a:gd fmla="*/ 0 h 4216690" name="connsiteY11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124198" name="ODFRight"/>
              <a:gd fmla="val 4216690" name="ODFBottom"/>
              <a:gd fmla="val 3124198" name="ODFWidth"/>
              <a:gd fmla="val 4216690" name="ODFHeight"/>
            </a:gdLst>
            <a:rect b="OXMLTextRectB" l="OXMLTextRectL" r="OXMLTextRectR" t="OXMLTextRectT"/>
            <a:pathLst>
              <a:path fill="norm" h="4216690" stroke="true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0" name="Shape 160"/>
          <p:cNvSpPr txBox="false"/>
          <p:nvPr isPhoto="false"/>
        </p:nvSpPr>
        <p:spPr>
          <a:xfrm flipH="false" flipV="false" rot="10800000">
            <a:off x="9142411" y="1320656"/>
            <a:ext cx="3124198" cy="4216690"/>
          </a:xfrm>
          <a:custGeom>
            <a:avLst/>
            <a:gdLst>
              <a:gd fmla="*/ 0 w 3124198" name="connsiteX0"/>
              <a:gd fmla="*/ 0 h 4216690" name="connsiteY0"/>
              <a:gd fmla="*/ 1190290 w 3124198" name="connsiteX1"/>
              <a:gd fmla="*/ 0 h 4216690" name="connsiteY1"/>
              <a:gd fmla="*/ 1191185 w 3124198" name="connsiteX2"/>
              <a:gd fmla="*/ 0 h 4216690" name="connsiteY2"/>
              <a:gd fmla="*/ 1191185 w 3124198" name="connsiteX3"/>
              <a:gd fmla="*/ 25 h 4216690" name="connsiteY3"/>
              <a:gd fmla="*/ 1289808 w 3124198" name="connsiteX4"/>
              <a:gd fmla="*/ 2744 h 4216690" name="connsiteY4"/>
              <a:gd fmla="*/ 3124198 w 3124198" name="connsiteX5"/>
              <a:gd fmla="*/ 2108345 h 4216690" name="connsiteY5"/>
              <a:gd fmla="*/ 1289808 w 3124198" name="connsiteX6"/>
              <a:gd fmla="*/ 4213947 h 4216690" name="connsiteY6"/>
              <a:gd fmla="*/ 1191185 w 3124198" name="connsiteX7"/>
              <a:gd fmla="*/ 4216666 h 4216690" name="connsiteY7"/>
              <a:gd fmla="*/ 1191185 w 3124198" name="connsiteX8"/>
              <a:gd fmla="*/ 4216690 h 4216690" name="connsiteY8"/>
              <a:gd fmla="*/ 1190290 w 3124198" name="connsiteX9"/>
              <a:gd fmla="*/ 4216690 h 4216690" name="connsiteY9"/>
              <a:gd fmla="*/ 0 w 3124198" name="connsiteX10"/>
              <a:gd fmla="*/ 4216690 h 4216690" name="connsiteY10"/>
              <a:gd fmla="*/ 0 w 3124198" name="connsiteX11"/>
              <a:gd fmla="*/ 0 h 4216690" name="connsiteY11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124198" name="ODFRight"/>
              <a:gd fmla="val 4216690" name="ODFBottom"/>
              <a:gd fmla="val 3124198" name="ODFWidth"/>
              <a:gd fmla="val 4216690" name="ODFHeight"/>
            </a:gdLst>
            <a:rect b="OXMLTextRectB" l="OXMLTextRectL" r="OXMLTextRectR" t="OXMLTextRectT"/>
            <a:pathLst>
              <a:path fill="norm" h="4216690" stroke="true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1" name="Shape 161"/>
          <p:cNvSpPr txBox="false"/>
          <p:nvPr isPhoto="false"/>
        </p:nvSpPr>
        <p:spPr>
          <a:xfrm flipH="false" flipV="false" rot="5400000">
            <a:off x="10551316" y="1905794"/>
            <a:ext cx="228600" cy="30464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2" name="Shape 162"/>
          <p:cNvSpPr txBox="true"/>
          <p:nvPr isPhoto="false">
            <p:ph idx="5" type="body"/>
          </p:nvPr>
        </p:nvSpPr>
        <p:spPr>
          <a:xfrm flipH="false" flipV="false" rot="0">
            <a:off x="3275807" y="3543300"/>
            <a:ext cx="5637210" cy="2628899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algn="ctr" indent="0" lvl="0" marL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algn="ctr" indent="0" lvl="1" marL="426645">
              <a:lnSpc>
                <a:spcPct val="125000"/>
              </a:lnSpc>
              <a:spcBef>
                <a:spcPts val="0"/>
              </a:spcBef>
              <a:buNone/>
              <a:defRPr sz="1800"/>
            </a:lvl2pPr>
            <a:lvl3pPr algn="ctr" indent="0" lvl="2" marL="853290">
              <a:lnSpc>
                <a:spcPct val="125000"/>
              </a:lnSpc>
              <a:spcBef>
                <a:spcPts val="0"/>
              </a:spcBef>
              <a:buNone/>
              <a:defRPr sz="1800"/>
            </a:lvl3pPr>
            <a:lvl4pPr algn="ctr" indent="0" lvl="3" marL="1279936">
              <a:lnSpc>
                <a:spcPct val="125000"/>
              </a:lnSpc>
              <a:spcBef>
                <a:spcPts val="0"/>
              </a:spcBef>
              <a:buNone/>
              <a:defRPr sz="1800"/>
            </a:lvl4pPr>
            <a:lvl5pPr algn="ctr" indent="0" lvl="4" marL="1706580">
              <a:lnSpc>
                <a:spcPct val="125000"/>
              </a:lnSpc>
              <a:spcBef>
                <a:spcPts val="0"/>
              </a:spcBef>
              <a:buNone/>
              <a:defRPr sz="1800"/>
            </a:lvl5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grpSp>
        <p:nvGrpSpPr>
          <p:cNvPr hidden="false" id="163" name="Shape 163"/>
          <p:cNvGrpSpPr/>
          <p:nvPr isPhoto="false"/>
        </p:nvGrpSpPr>
        <p:grpSpPr>
          <a:xfrm flipH="false" flipV="false" rot="0">
            <a:off x="2140743" y="0"/>
            <a:ext cx="7907338" cy="6858000"/>
            <a:chOff x="0" y="0"/>
            <a:chExt cx="7907338" cy="6858000"/>
          </a:xfrm>
        </p:grpSpPr>
        <p:sp>
          <p:nvSpPr>
            <p:cNvPr hidden="false" id="164" name="Shape 164"/>
            <p:cNvSpPr txBox="false"/>
            <p:nvPr isPhoto="false"/>
          </p:nvSpPr>
          <p:spPr>
            <a:xfrm flipH="false" flipV="false" rot="0">
              <a:off x="0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  <a:prstDash val="solid"/>
            </a:ln>
          </p:spPr>
          <p:style>
            <a:lnRef idx="0"/>
            <a:fillRef idx="0">
              <a:schemeClr val="accent1"/>
            </a:fillRef>
            <a:effectRef idx="0"/>
            <a:fontRef idx="none"/>
          </p:style>
        </p:sp>
        <p:sp>
          <p:nvSpPr>
            <p:cNvPr hidden="false" id="165" name="Shape 165"/>
            <p:cNvSpPr txBox="false"/>
            <p:nvPr isPhoto="false"/>
          </p:nvSpPr>
          <p:spPr>
            <a:xfrm flipH="false" flipV="false" rot="0">
              <a:off x="7907337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  <a:prstDash val="solid"/>
            </a:ln>
          </p:spPr>
          <p:style>
            <a:lnRef idx="0"/>
            <a:fillRef idx="0">
              <a:schemeClr val="accent1"/>
            </a:fillRef>
            <a:effectRef idx="0"/>
            <a:fontRef idx="none"/>
          </p:style>
        </p:sp>
      </p:grpSp>
      <p:sp>
        <p:nvSpPr>
          <p:cNvPr hidden="false" id="166" name="Shape 166"/>
          <p:cNvSpPr txBox="false"/>
          <p:nvPr isPhoto="false"/>
        </p:nvSpPr>
        <p:spPr>
          <a:xfrm flipH="false" flipV="false" rot="0">
            <a:off x="1307414" y="-76200"/>
            <a:ext cx="9573996" cy="7028180"/>
          </a:xfrm>
          <a:custGeom>
            <a:avLst/>
            <a:gdLst>
              <a:gd fmla="*/ 1528240 w 9573996" name="connsiteX0"/>
              <a:gd fmla="*/ 0 h 7028180" name="connsiteY0"/>
              <a:gd fmla="*/ 8045757 w 9573996" name="connsiteX1"/>
              <a:gd fmla="*/ 0 h 7028180" name="connsiteY1"/>
              <a:gd fmla="*/ 8171917 w 9573996" name="connsiteX2"/>
              <a:gd fmla="*/ 120282 h 7028180" name="connsiteY2"/>
              <a:gd fmla="*/ 9573996 w 9573996" name="connsiteX3"/>
              <a:gd fmla="*/ 3505201 h 7028180" name="connsiteY3"/>
              <a:gd fmla="*/ 8171917 w 9573996" name="connsiteX4"/>
              <a:gd fmla="*/ 6890120 h 7028180" name="connsiteY4"/>
              <a:gd fmla="*/ 8027110 w 9573996" name="connsiteX5"/>
              <a:gd fmla="*/ 7028180 h 7028180" name="connsiteY5"/>
              <a:gd fmla="*/ 1546886 w 9573996" name="connsiteX6"/>
              <a:gd fmla="*/ 7028180 h 7028180" name="connsiteY6"/>
              <a:gd fmla="*/ 1402080 w 9573996" name="connsiteX7"/>
              <a:gd fmla="*/ 6890120 h 7028180" name="connsiteY7"/>
              <a:gd fmla="*/ 0 w 9573996" name="connsiteX8"/>
              <a:gd fmla="*/ 3505201 h 7028180" name="connsiteY8"/>
              <a:gd fmla="*/ 1402080 w 9573996" name="connsiteX9"/>
              <a:gd fmla="*/ 120282 h 7028180" name="connsiteY9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9573996" name="ODFRight"/>
              <a:gd fmla="val 7028180" name="ODFBottom"/>
              <a:gd fmla="val 9573996" name="ODFWidth"/>
              <a:gd fmla="val 7028180" name="ODFHeight"/>
            </a:gdLst>
            <a:rect b="OXMLTextRectB" l="OXMLTextRectL" r="OXMLTextRectR" t="OXMLTextRectT"/>
            <a:pathLst>
              <a:path fill="norm" h="7028180" stroke="true" w="9573996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27110" y="7028180"/>
                </a:lnTo>
                <a:lnTo>
                  <a:pt x="1546886" y="702818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7" name="Shape 167"/>
          <p:cNvSpPr txBox="true"/>
          <p:nvPr isPhoto="false">
            <p:ph idx="10" type="dt"/>
          </p:nvPr>
        </p:nvSpPr>
        <p:spPr>
          <a:xfrm flipH="false" flipV="false" rot="0">
            <a:off x="1117309" y="6400801"/>
            <a:ext cx="1828800" cy="32067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20ГГ</a:t>
            </a:r>
          </a:p>
        </p:txBody>
      </p:sp>
      <p:sp>
        <p:nvSpPr>
          <p:cNvPr hidden="false" id="168" name="Shape 168"/>
          <p:cNvSpPr txBox="true"/>
          <p:nvPr isPhoto="false">
            <p:ph idx="11" type="ftr"/>
          </p:nvPr>
        </p:nvSpPr>
        <p:spPr>
          <a:xfrm flipH="false" flipV="false" rot="0">
            <a:off x="2986262" y="6400801"/>
            <a:ext cx="6216301" cy="32067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69" name="Shape 16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FF1EBC5C-9763-4178-BD35-7F296D525CD6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false" type="cust">
  <p:cSld name="Содержимое 3">
    <p:bg>
      <p:bgPr>
        <a:solidFill>
          <a:schemeClr val="bg1"/>
        </a:solidFill>
      </p:bgPr>
    </p:bg>
    <p:spTree>
      <p:nvGrpSpPr>
        <p:cNvPr hidden="false" id="170" name="GroupShape 17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172" name="Picture 172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173" name="Shape 173"/>
          <p:cNvSpPr txBox="false"/>
          <p:nvPr isPhoto="false"/>
        </p:nvSpPr>
        <p:spPr>
          <a:xfrm flipH="false" flipV="false" rot="0">
            <a:off x="4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4" name="Shape 174"/>
          <p:cNvSpPr txBox="false"/>
          <p:nvPr isPhoto="false"/>
        </p:nvSpPr>
        <p:spPr>
          <a:xfrm flipH="false" flipV="false" rot="5400000">
            <a:off x="1408905" y="1905794"/>
            <a:ext cx="228600" cy="30464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5" name="Shape 175"/>
          <p:cNvSpPr txBox="false"/>
          <p:nvPr isPhoto="false"/>
        </p:nvSpPr>
        <p:spPr>
          <a:xfrm flipH="false" flipV="false" rot="0">
            <a:off x="-77788" y="1320655"/>
            <a:ext cx="3124198" cy="4216690"/>
          </a:xfrm>
          <a:custGeom>
            <a:avLst/>
            <a:gdLst>
              <a:gd fmla="*/ 0 w 3124198" name="connsiteX0"/>
              <a:gd fmla="*/ 0 h 4216690" name="connsiteY0"/>
              <a:gd fmla="*/ 1190290 w 3124198" name="connsiteX1"/>
              <a:gd fmla="*/ 0 h 4216690" name="connsiteY1"/>
              <a:gd fmla="*/ 1191185 w 3124198" name="connsiteX2"/>
              <a:gd fmla="*/ 0 h 4216690" name="connsiteY2"/>
              <a:gd fmla="*/ 1191185 w 3124198" name="connsiteX3"/>
              <a:gd fmla="*/ 25 h 4216690" name="connsiteY3"/>
              <a:gd fmla="*/ 1289808 w 3124198" name="connsiteX4"/>
              <a:gd fmla="*/ 2744 h 4216690" name="connsiteY4"/>
              <a:gd fmla="*/ 3124198 w 3124198" name="connsiteX5"/>
              <a:gd fmla="*/ 2108345 h 4216690" name="connsiteY5"/>
              <a:gd fmla="*/ 1289808 w 3124198" name="connsiteX6"/>
              <a:gd fmla="*/ 4213947 h 4216690" name="connsiteY6"/>
              <a:gd fmla="*/ 1191185 w 3124198" name="connsiteX7"/>
              <a:gd fmla="*/ 4216666 h 4216690" name="connsiteY7"/>
              <a:gd fmla="*/ 1191185 w 3124198" name="connsiteX8"/>
              <a:gd fmla="*/ 4216690 h 4216690" name="connsiteY8"/>
              <a:gd fmla="*/ 1190290 w 3124198" name="connsiteX9"/>
              <a:gd fmla="*/ 4216690 h 4216690" name="connsiteY9"/>
              <a:gd fmla="*/ 0 w 3124198" name="connsiteX10"/>
              <a:gd fmla="*/ 4216690 h 4216690" name="connsiteY10"/>
              <a:gd fmla="*/ 0 w 3124198" name="connsiteX11"/>
              <a:gd fmla="*/ 0 h 4216690" name="connsiteY11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124198" name="ODFRight"/>
              <a:gd fmla="val 4216690" name="ODFBottom"/>
              <a:gd fmla="val 3124198" name="ODFWidth"/>
              <a:gd fmla="val 4216690" name="ODFHeight"/>
            </a:gdLst>
            <a:rect b="OXMLTextRectB" l="OXMLTextRectL" r="OXMLTextRectR" t="OXMLTextRectT"/>
            <a:pathLst>
              <a:path fill="norm" h="4216690" stroke="true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6" name="Shape 176"/>
          <p:cNvSpPr txBox="false"/>
          <p:nvPr isPhoto="false"/>
        </p:nvSpPr>
        <p:spPr>
          <a:xfrm flipH="false" flipV="false" rot="10800000">
            <a:off x="9142411" y="1320656"/>
            <a:ext cx="3124198" cy="4216690"/>
          </a:xfrm>
          <a:custGeom>
            <a:avLst/>
            <a:gdLst>
              <a:gd fmla="*/ 0 w 3124198" name="connsiteX0"/>
              <a:gd fmla="*/ 0 h 4216690" name="connsiteY0"/>
              <a:gd fmla="*/ 1190290 w 3124198" name="connsiteX1"/>
              <a:gd fmla="*/ 0 h 4216690" name="connsiteY1"/>
              <a:gd fmla="*/ 1191185 w 3124198" name="connsiteX2"/>
              <a:gd fmla="*/ 0 h 4216690" name="connsiteY2"/>
              <a:gd fmla="*/ 1191185 w 3124198" name="connsiteX3"/>
              <a:gd fmla="*/ 25 h 4216690" name="connsiteY3"/>
              <a:gd fmla="*/ 1289808 w 3124198" name="connsiteX4"/>
              <a:gd fmla="*/ 2744 h 4216690" name="connsiteY4"/>
              <a:gd fmla="*/ 3124198 w 3124198" name="connsiteX5"/>
              <a:gd fmla="*/ 2108345 h 4216690" name="connsiteY5"/>
              <a:gd fmla="*/ 1289808 w 3124198" name="connsiteX6"/>
              <a:gd fmla="*/ 4213947 h 4216690" name="connsiteY6"/>
              <a:gd fmla="*/ 1191185 w 3124198" name="connsiteX7"/>
              <a:gd fmla="*/ 4216666 h 4216690" name="connsiteY7"/>
              <a:gd fmla="*/ 1191185 w 3124198" name="connsiteX8"/>
              <a:gd fmla="*/ 4216690 h 4216690" name="connsiteY8"/>
              <a:gd fmla="*/ 1190290 w 3124198" name="connsiteX9"/>
              <a:gd fmla="*/ 4216690 h 4216690" name="connsiteY9"/>
              <a:gd fmla="*/ 0 w 3124198" name="connsiteX10"/>
              <a:gd fmla="*/ 4216690 h 4216690" name="connsiteY10"/>
              <a:gd fmla="*/ 0 w 3124198" name="connsiteX11"/>
              <a:gd fmla="*/ 0 h 4216690" name="connsiteY11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124198" name="ODFRight"/>
              <a:gd fmla="val 4216690" name="ODFBottom"/>
              <a:gd fmla="val 3124198" name="ODFWidth"/>
              <a:gd fmla="val 4216690" name="ODFHeight"/>
            </a:gdLst>
            <a:rect b="OXMLTextRectB" l="OXMLTextRectL" r="OXMLTextRectR" t="OXMLTextRectT"/>
            <a:pathLst>
              <a:path fill="norm" h="4216690" stroke="true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7" name="Shape 177"/>
          <p:cNvSpPr txBox="false"/>
          <p:nvPr isPhoto="false"/>
        </p:nvSpPr>
        <p:spPr>
          <a:xfrm flipH="false" flipV="false" rot="5400000">
            <a:off x="10551316" y="1905794"/>
            <a:ext cx="228600" cy="30464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8" name="Shape 178"/>
          <p:cNvSpPr txBox="false"/>
          <p:nvPr isPhoto="false"/>
        </p:nvSpPr>
        <p:spPr>
          <a:xfrm flipH="false" flipV="false" rot="0">
            <a:off x="2665412" y="0"/>
            <a:ext cx="6858000" cy="6858000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9" name="Shape 179"/>
          <p:cNvSpPr txBox="true"/>
          <p:nvPr isPhoto="false">
            <p:ph idx="0" type="title"/>
          </p:nvPr>
        </p:nvSpPr>
        <p:spPr>
          <a:xfrm flipH="false" flipV="false" rot="0">
            <a:off x="3428933" y="762000"/>
            <a:ext cx="5330955" cy="2552700"/>
          </a:xfrm>
          <a:prstGeom prst="rect">
            <a:avLst/>
          </a:prstGeom>
        </p:spPr>
        <p:txBody>
          <a:bodyPr anchor="b">
            <a:normAutofit fontScale="100%" lnSpcReduction="0%"/>
          </a:bodyPr>
          <a:lstStyle>
            <a:defPPr/>
            <a:lvl1pPr algn="ctr" lvl="0">
              <a:defRPr b="false" baseline="0" cap="none" sz="54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180" name="Shape 180"/>
          <p:cNvSpPr txBox="true"/>
          <p:nvPr isPhoto="false">
            <p:ph idx="1" type="body"/>
          </p:nvPr>
        </p:nvSpPr>
        <p:spPr>
          <a:xfrm flipH="false" flipV="false" rot="0">
            <a:off x="3428933" y="3467100"/>
            <a:ext cx="5330955" cy="2400300"/>
          </a:xfrm>
          <a:prstGeom prst="rect">
            <a:avLst/>
          </a:prstGeom>
        </p:spPr>
        <p:txBody>
          <a:bodyPr anchor="t" lIns="0">
            <a:normAutofit fontScale="100%" lnSpcReduction="0%"/>
          </a:bodyPr>
          <a:lstStyle>
            <a:defPPr/>
            <a:lvl1pPr algn="ctr" indent="0" lvl="0" marL="0">
              <a:lnSpc>
                <a:spcPct val="125000"/>
              </a:lnSpc>
              <a:buFont typeface="Arial"/>
              <a:buNone/>
              <a:defRPr sz="1800"/>
            </a:lvl1pPr>
            <a:lvl2pPr algn="ctr" indent="0" lvl="1" marL="426645">
              <a:lnSpc>
                <a:spcPct val="125000"/>
              </a:lnSpc>
              <a:buFont typeface="Arial"/>
              <a:buNone/>
              <a:defRPr sz="1600"/>
            </a:lvl2pPr>
            <a:lvl3pPr algn="ctr" indent="0" lvl="2" marL="853290">
              <a:lnSpc>
                <a:spcPct val="125000"/>
              </a:lnSpc>
              <a:buFont typeface="Arial"/>
              <a:buNone/>
              <a:defRPr sz="1400"/>
            </a:lvl3pPr>
            <a:lvl4pPr algn="ctr" indent="0" lvl="3" marL="1279936">
              <a:lnSpc>
                <a:spcPct val="125000"/>
              </a:lnSpc>
              <a:buFont typeface="Arial"/>
              <a:buNone/>
              <a:defRPr sz="1400"/>
            </a:lvl4pPr>
            <a:lvl5pPr algn="ctr" indent="0" lvl="4" marL="1706580">
              <a:lnSpc>
                <a:spcPct val="125000"/>
              </a:lnSpc>
              <a:buFont typeface="Arial"/>
              <a:buNone/>
              <a:defRPr sz="1400"/>
            </a:lvl5pPr>
            <a:lvl6pPr lvl="5"/>
            <a:lvl7pPr lvl="6">
              <a:defRPr baseline="0"/>
            </a:lvl7pPr>
            <a:lvl8pPr lvl="7">
              <a:defRPr baseline="0"/>
            </a:lvl8pPr>
            <a:lvl9pPr lvl="8">
              <a:defRPr baseline="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Содержимое + рисунок">
    <p:bg>
      <p:bgPr>
        <a:solidFill>
          <a:schemeClr val="bg1"/>
        </a:solidFill>
      </p:bgPr>
    </p:bg>
    <p:spTree>
      <p:nvGrpSpPr>
        <p:cNvPr hidden="false" id="181" name="GroupShape 18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183" name="Picture 183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184" name="Shape 184"/>
          <p:cNvSpPr txBox="false"/>
          <p:nvPr isPhoto="false"/>
        </p:nvSpPr>
        <p:spPr>
          <a:xfrm flipH="false" flipV="false" rot="0">
            <a:off x="1372" y="-19050"/>
            <a:ext cx="1218608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5" name="Shape 185"/>
          <p:cNvSpPr txBox="false"/>
          <p:nvPr isPhoto="false"/>
        </p:nvSpPr>
        <p:spPr>
          <a:xfrm flipH="false" flipV="false" rot="0">
            <a:off x="4397984" y="1828797"/>
            <a:ext cx="64158" cy="5067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6" name="Shape 186"/>
          <p:cNvSpPr txBox="false"/>
          <p:nvPr isPhoto="false"/>
        </p:nvSpPr>
        <p:spPr>
          <a:xfrm flipH="false" flipV="false" rot="0">
            <a:off x="4436670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87" name="Shape 187"/>
          <p:cNvSpPr txBox="false"/>
          <p:nvPr isPhoto="false"/>
        </p:nvSpPr>
        <p:spPr>
          <a:xfrm flipH="false" flipV="false" rot="0">
            <a:off x="248564" y="1834387"/>
            <a:ext cx="4169664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88" name="Shape 188"/>
          <p:cNvSpPr txBox="false"/>
          <p:nvPr isPhoto="false"/>
        </p:nvSpPr>
        <p:spPr>
          <a:xfrm flipH="false" flipV="false" rot="16200000">
            <a:off x="-1101807" y="1328818"/>
            <a:ext cx="6874329" cy="4216690"/>
          </a:xfrm>
          <a:custGeom>
            <a:avLst/>
            <a:gdLst>
              <a:gd fmla="*/ 0 w 12188825" name="connsiteX0"/>
              <a:gd fmla="*/ 0 h 6858000" name="connsiteY0"/>
              <a:gd fmla="*/ 8759825 w 12188825" name="connsiteX1"/>
              <a:gd fmla="*/ 0 h 6858000" name="connsiteY1"/>
              <a:gd fmla="*/ 8761412 w 12188825" name="connsiteX2"/>
              <a:gd fmla="*/ 0 h 6858000" name="connsiteY2"/>
              <a:gd fmla="*/ 8761412 w 12188825" name="connsiteX3"/>
              <a:gd fmla="*/ 40 h 6858000" name="connsiteY3"/>
              <a:gd fmla="*/ 8936281 w 12188825" name="connsiteX4"/>
              <a:gd fmla="*/ 4462 h 6858000" name="connsiteY4"/>
              <a:gd fmla="*/ 12188825 w 12188825" name="connsiteX5"/>
              <a:gd fmla="*/ 3429000 h 6858000" name="connsiteY5"/>
              <a:gd fmla="*/ 8936281 w 12188825" name="connsiteX6"/>
              <a:gd fmla="*/ 6853538 h 6858000" name="connsiteY6"/>
              <a:gd fmla="*/ 8761412 w 12188825" name="connsiteX7"/>
              <a:gd fmla="*/ 6857960 h 6858000" name="connsiteY7"/>
              <a:gd fmla="*/ 8761412 w 12188825" name="connsiteX8"/>
              <a:gd fmla="*/ 6858000 h 6858000" name="connsiteY8"/>
              <a:gd fmla="*/ 8759825 w 12188825" name="connsiteX9"/>
              <a:gd fmla="*/ 6858000 h 6858000" name="connsiteY9"/>
              <a:gd fmla="*/ 0 w 12188825" name="connsiteX10"/>
              <a:gd fmla="*/ 6858000 h 6858000" name="connsiteY10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12188825" name="ODFRight"/>
              <a:gd fmla="val 6858000" name="ODFBottom"/>
              <a:gd fmla="val 12188825" name="ODFWidth"/>
              <a:gd fmla="val 6858000" name="ODFHeight"/>
            </a:gdLst>
            <a:rect b="OXMLTextRectB" l="OXMLTextRectL" r="OXMLTextRectR" t="OXMLTextRectT"/>
            <a:pathLst>
              <a:path fill="norm" h="6858000" stroke="true" w="12188825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9" name="Shape 189"/>
          <p:cNvSpPr txBox="false"/>
          <p:nvPr isPhoto="false"/>
        </p:nvSpPr>
        <p:spPr>
          <a:xfrm flipH="false" flipV="false" rot="0">
            <a:off x="1417442" y="-1"/>
            <a:ext cx="1828799" cy="1828799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0" name="Shape 190"/>
          <p:cNvSpPr txBox="false"/>
          <p:nvPr isPhoto="false"/>
        </p:nvSpPr>
        <p:spPr>
          <a:xfrm flipH="false" flipV="false" rot="0">
            <a:off x="227011" y="-2"/>
            <a:ext cx="0" cy="685800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91" name="Shape 191"/>
          <p:cNvSpPr txBox="false"/>
          <p:nvPr isPhoto="false"/>
        </p:nvSpPr>
        <p:spPr>
          <a:xfrm flipH="false" flipV="false" rot="0">
            <a:off x="1195748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2" name="Shape 192"/>
          <p:cNvSpPr txBox="false"/>
          <p:nvPr isPhoto="false"/>
        </p:nvSpPr>
        <p:spPr>
          <a:xfrm flipH="false" flipV="false" rot="0">
            <a:off x="2331842" y="-1"/>
            <a:ext cx="0" cy="1828799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93" name="Shape 193"/>
          <p:cNvSpPr txBox="false"/>
          <p:nvPr isPhoto="false"/>
        </p:nvSpPr>
        <p:spPr>
          <a:xfrm flipH="false" flipV="false" rot="0">
            <a:off x="-12796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4" name="Shape 194"/>
          <p:cNvSpPr txBox="false"/>
          <p:nvPr isPhoto="false"/>
        </p:nvSpPr>
        <p:spPr>
          <a:xfrm flipH="false" flipV="false" rot="0">
            <a:off x="4437785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5" name="Shape 195"/>
          <p:cNvSpPr txBox="true"/>
          <p:nvPr isPhoto="false">
            <p:ph idx="0" type="title"/>
          </p:nvPr>
        </p:nvSpPr>
        <p:spPr>
          <a:xfrm flipH="false" flipV="false" rot="0">
            <a:off x="4971944" y="533400"/>
            <a:ext cx="6692771" cy="2209801"/>
          </a:xfrm>
          <a:prstGeom prst="rect">
            <a:avLst/>
          </a:prstGeom>
        </p:spPr>
        <p:txBody>
          <a:bodyPr anchor="ctr" lIns="0">
            <a:normAutofit fontScale="100%" lnSpcReduction="0%"/>
          </a:bodyPr>
          <a:lstStyle>
            <a:defPPr/>
            <a:lvl1pPr algn="ctr" lvl="0">
              <a:defRPr sz="5400"/>
            </a:lvl1pPr>
          </a:lstStyle>
          <a:p>
            <a:r>
              <a:t>Образец заголовка</a:t>
            </a:r>
          </a:p>
        </p:txBody>
      </p:sp>
      <p:sp>
        <p:nvSpPr>
          <p:cNvPr hidden="false" id="196" name="Shape 196"/>
          <p:cNvSpPr txBox="true"/>
          <p:nvPr isPhoto="false">
            <p:ph idx="5" type="body"/>
          </p:nvPr>
        </p:nvSpPr>
        <p:spPr>
          <a:xfrm flipH="false" flipV="false" rot="0">
            <a:off x="248564" y="1851656"/>
            <a:ext cx="4148048" cy="5006340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</a:lvl1pPr>
          </a:lstStyle>
          <a:p/>
        </p:txBody>
      </p:sp>
      <p:sp>
        <p:nvSpPr>
          <p:cNvPr hidden="false" id="197" name="Shape 197"/>
          <p:cNvSpPr txBox="true"/>
          <p:nvPr isPhoto="false">
            <p:ph idx="1" type="body"/>
          </p:nvPr>
        </p:nvSpPr>
        <p:spPr>
          <a:xfrm flipH="false" flipV="false" rot="0">
            <a:off x="4971946" y="3048000"/>
            <a:ext cx="6679975" cy="3352800"/>
          </a:xfrm>
          <a:prstGeom prst="rect">
            <a:avLst/>
          </a:prstGeom>
        </p:spPr>
        <p:txBody>
          <a:bodyPr anchor="t" lIns="0">
            <a:normAutofit fontScale="100%" lnSpcReduction="0%"/>
          </a:bodyPr>
          <a:lstStyle>
            <a:defPPr/>
            <a:lvl1pPr algn="ctr" indent="0" lvl="0" marL="0">
              <a:lnSpc>
                <a:spcPct val="125000"/>
              </a:lnSpc>
              <a:buFont typeface="Arial"/>
              <a:buNone/>
              <a:defRPr sz="1800"/>
            </a:lvl1pPr>
            <a:lvl2pPr algn="ctr" indent="0" lvl="1" marL="426645">
              <a:lnSpc>
                <a:spcPct val="125000"/>
              </a:lnSpc>
              <a:buFont typeface="Arial"/>
              <a:buNone/>
              <a:defRPr sz="1600"/>
            </a:lvl2pPr>
            <a:lvl3pPr algn="ctr" indent="0" lvl="2" marL="853290">
              <a:lnSpc>
                <a:spcPct val="125000"/>
              </a:lnSpc>
              <a:buFont typeface="Arial"/>
              <a:buNone/>
              <a:defRPr sz="1400"/>
            </a:lvl3pPr>
            <a:lvl4pPr algn="ctr" indent="0" lvl="3" marL="1279936">
              <a:lnSpc>
                <a:spcPct val="125000"/>
              </a:lnSpc>
              <a:buFont typeface="Arial"/>
              <a:buNone/>
              <a:defRPr sz="1400"/>
            </a:lvl4pPr>
            <a:lvl5pPr algn="ctr" indent="0" lvl="4" marL="1706580">
              <a:lnSpc>
                <a:spcPct val="125000"/>
              </a:lnSpc>
              <a:buFont typeface="Arial"/>
              <a:buNone/>
              <a:defRPr sz="1400"/>
            </a:lvl5pPr>
            <a:lvl6pPr lvl="5"/>
            <a:lvl7pPr lvl="6">
              <a:defRPr baseline="0"/>
            </a:lvl7pPr>
            <a:lvl8pPr lvl="7">
              <a:defRPr baseline="0"/>
            </a:lvl8pPr>
            <a:lvl9pPr lvl="8">
              <a:defRPr baseline="0"/>
            </a:lvl9pPr>
          </a:lstStyle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198" name="Shape 19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20XX</a:t>
            </a:r>
          </a:p>
        </p:txBody>
      </p:sp>
      <p:sp>
        <p:nvSpPr>
          <p:cNvPr hidden="false" id="199" name="Shape 199"/>
          <p:cNvSpPr txBox="true"/>
          <p:nvPr isPhoto="false">
            <p:ph idx="11" type="ftr"/>
          </p:nvPr>
        </p:nvSpPr>
        <p:spPr>
          <a:xfrm flipH="false" flipV="false" rot="0">
            <a:off x="4971946" y="6400801"/>
            <a:ext cx="6216301" cy="32067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/>
          </a:p>
        </p:txBody>
      </p:sp>
      <p:sp>
        <p:nvSpPr>
          <p:cNvPr hidden="false" id="200" name="Shape 200"/>
          <p:cNvSpPr txBox="true"/>
          <p:nvPr isPhoto="false">
            <p:ph idx="12" type="sldNum"/>
          </p:nvPr>
        </p:nvSpPr>
        <p:spPr>
          <a:xfrm flipH="false" flipV="false" rot="0">
            <a:off x="10544403" y="6400801"/>
            <a:ext cx="1107517" cy="32067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C3077F26-4C37-45C6-A46A-635635F5088C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false" type="cust">
  <p:cSld name="Заголовок + рисунок">
    <p:bg>
      <p:bgPr>
        <a:solidFill>
          <a:schemeClr val="bg1"/>
        </a:solidFill>
      </p:bgPr>
    </p:bg>
    <p:spTree>
      <p:nvGrpSpPr>
        <p:cNvPr hidden="false" id="201" name="GroupShape 20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203" name="Picture 203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893"/>
            <a:ext cx="12188825" cy="6856214"/>
          </a:xfrm>
          <a:prstGeom prst="rect">
            <a:avLst/>
          </a:prstGeom>
        </p:spPr>
      </p:pic>
      <p:sp>
        <p:nvSpPr>
          <p:cNvPr hidden="false" id="204" name="Shape 204"/>
          <p:cNvSpPr txBox="false"/>
          <p:nvPr isPhoto="false"/>
        </p:nvSpPr>
        <p:spPr>
          <a:xfrm flipH="false" flipV="false" rot="0">
            <a:off x="-64" y="0"/>
            <a:ext cx="12188952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5" name="Shape 205"/>
          <p:cNvSpPr txBox="true"/>
          <p:nvPr isPhoto="false">
            <p:ph idx="0" type="title"/>
          </p:nvPr>
        </p:nvSpPr>
        <p:spPr>
          <a:xfrm flipH="false" flipV="false" rot="0">
            <a:off x="3313113" y="1612902"/>
            <a:ext cx="5562599" cy="3632196"/>
          </a:xfrm>
          <a:prstGeom prst="rect">
            <a:avLst/>
          </a:prstGeom>
        </p:spPr>
        <p:txBody>
          <a:bodyPr anchor="ctr">
            <a:normAutofit fontScale="100%" lnSpcReduction="0%"/>
          </a:bodyPr>
          <a:lstStyle>
            <a:defPPr/>
            <a:lvl1pPr algn="ctr" lvl="0">
              <a:defRPr b="false" baseline="0" cap="none" sz="6600"/>
            </a:lvl1pPr>
          </a:lstStyle>
          <a:p>
            <a:r>
              <a:t>Щелкните, чтобы изменить стиль образца заголовка</a:t>
            </a:r>
          </a:p>
        </p:txBody>
      </p:sp>
      <p:sp>
        <p:nvSpPr>
          <p:cNvPr hidden="false" id="206" name="Shape 206"/>
          <p:cNvSpPr txBox="false"/>
          <p:nvPr isPhoto="false"/>
        </p:nvSpPr>
        <p:spPr>
          <a:xfrm flipH="false" flipV="false" rot="0">
            <a:off x="3046412" y="381000"/>
            <a:ext cx="6096000" cy="6096000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7" name="Shape 207"/>
          <p:cNvSpPr txBox="false"/>
          <p:nvPr isPhoto="false"/>
        </p:nvSpPr>
        <p:spPr>
          <a:xfrm flipH="false" flipV="false" rot="0">
            <a:off x="-77788" y="1320655"/>
            <a:ext cx="3124198" cy="4216690"/>
          </a:xfrm>
          <a:custGeom>
            <a:avLst/>
            <a:gdLst>
              <a:gd fmla="*/ 0 w 3124198" name="connsiteX0"/>
              <a:gd fmla="*/ 0 h 4216690" name="connsiteY0"/>
              <a:gd fmla="*/ 1190290 w 3124198" name="connsiteX1"/>
              <a:gd fmla="*/ 0 h 4216690" name="connsiteY1"/>
              <a:gd fmla="*/ 1191185 w 3124198" name="connsiteX2"/>
              <a:gd fmla="*/ 0 h 4216690" name="connsiteY2"/>
              <a:gd fmla="*/ 1191185 w 3124198" name="connsiteX3"/>
              <a:gd fmla="*/ 25 h 4216690" name="connsiteY3"/>
              <a:gd fmla="*/ 1289808 w 3124198" name="connsiteX4"/>
              <a:gd fmla="*/ 2744 h 4216690" name="connsiteY4"/>
              <a:gd fmla="*/ 3124198 w 3124198" name="connsiteX5"/>
              <a:gd fmla="*/ 2108345 h 4216690" name="connsiteY5"/>
              <a:gd fmla="*/ 1289808 w 3124198" name="connsiteX6"/>
              <a:gd fmla="*/ 4213947 h 4216690" name="connsiteY6"/>
              <a:gd fmla="*/ 1191185 w 3124198" name="connsiteX7"/>
              <a:gd fmla="*/ 4216666 h 4216690" name="connsiteY7"/>
              <a:gd fmla="*/ 1191185 w 3124198" name="connsiteX8"/>
              <a:gd fmla="*/ 4216690 h 4216690" name="connsiteY8"/>
              <a:gd fmla="*/ 1190290 w 3124198" name="connsiteX9"/>
              <a:gd fmla="*/ 4216690 h 4216690" name="connsiteY9"/>
              <a:gd fmla="*/ 0 w 3124198" name="connsiteX10"/>
              <a:gd fmla="*/ 4216690 h 4216690" name="connsiteY10"/>
              <a:gd fmla="*/ 0 w 3124198" name="connsiteX11"/>
              <a:gd fmla="*/ 0 h 4216690" name="connsiteY11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124198" name="ODFRight"/>
              <a:gd fmla="val 4216690" name="ODFBottom"/>
              <a:gd fmla="val 3124198" name="ODFWidth"/>
              <a:gd fmla="val 4216690" name="ODFHeight"/>
            </a:gdLst>
            <a:rect b="OXMLTextRectB" l="OXMLTextRectL" r="OXMLTextRectR" t="OXMLTextRectT"/>
            <a:pathLst>
              <a:path fill="norm" h="4216690" stroke="true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8" name="Shape 208"/>
          <p:cNvSpPr txBox="false"/>
          <p:nvPr isPhoto="false"/>
        </p:nvSpPr>
        <p:spPr>
          <a:xfrm flipH="false" flipV="false" rot="10800000">
            <a:off x="9142411" y="1320656"/>
            <a:ext cx="3124198" cy="4216690"/>
          </a:xfrm>
          <a:custGeom>
            <a:avLst/>
            <a:gdLst>
              <a:gd fmla="*/ 0 w 3124198" name="connsiteX0"/>
              <a:gd fmla="*/ 0 h 4216690" name="connsiteY0"/>
              <a:gd fmla="*/ 1190290 w 3124198" name="connsiteX1"/>
              <a:gd fmla="*/ 0 h 4216690" name="connsiteY1"/>
              <a:gd fmla="*/ 1191185 w 3124198" name="connsiteX2"/>
              <a:gd fmla="*/ 0 h 4216690" name="connsiteY2"/>
              <a:gd fmla="*/ 1191185 w 3124198" name="connsiteX3"/>
              <a:gd fmla="*/ 25 h 4216690" name="connsiteY3"/>
              <a:gd fmla="*/ 1289808 w 3124198" name="connsiteX4"/>
              <a:gd fmla="*/ 2744 h 4216690" name="connsiteY4"/>
              <a:gd fmla="*/ 3124198 w 3124198" name="connsiteX5"/>
              <a:gd fmla="*/ 2108345 h 4216690" name="connsiteY5"/>
              <a:gd fmla="*/ 1289808 w 3124198" name="connsiteX6"/>
              <a:gd fmla="*/ 4213947 h 4216690" name="connsiteY6"/>
              <a:gd fmla="*/ 1191185 w 3124198" name="connsiteX7"/>
              <a:gd fmla="*/ 4216666 h 4216690" name="connsiteY7"/>
              <a:gd fmla="*/ 1191185 w 3124198" name="connsiteX8"/>
              <a:gd fmla="*/ 4216690 h 4216690" name="connsiteY8"/>
              <a:gd fmla="*/ 1190290 w 3124198" name="connsiteX9"/>
              <a:gd fmla="*/ 4216690 h 4216690" name="connsiteY9"/>
              <a:gd fmla="*/ 0 w 3124198" name="connsiteX10"/>
              <a:gd fmla="*/ 4216690 h 4216690" name="connsiteY10"/>
              <a:gd fmla="*/ 0 w 3124198" name="connsiteX11"/>
              <a:gd fmla="*/ 0 h 4216690" name="connsiteY11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124198" name="ODFRight"/>
              <a:gd fmla="val 4216690" name="ODFBottom"/>
              <a:gd fmla="val 3124198" name="ODFWidth"/>
              <a:gd fmla="val 4216690" name="ODFHeight"/>
            </a:gdLst>
            <a:rect b="OXMLTextRectB" l="OXMLTextRectL" r="OXMLTextRectR" t="OXMLTextRectT"/>
            <a:pathLst>
              <a:path fill="norm" h="4216690" stroke="true" w="3124198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prstDash val="solid"/>
          </a:ln>
        </p:spPr>
        <p:txBody>
          <a:bodyPr anchor="ctr" bIns="45720" lIns="91440" rIns="91440" tIns="45720" wrap="square">
            <a:noAutofit/>
          </a:bodyPr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9" name="Shape 209"/>
          <p:cNvSpPr txBox="false"/>
          <p:nvPr isPhoto="false"/>
        </p:nvSpPr>
        <p:spPr>
          <a:xfrm flipH="false" flipV="false" rot="0"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210" name="Shape 210"/>
          <p:cNvSpPr txBox="false"/>
          <p:nvPr isPhoto="false"/>
        </p:nvSpPr>
        <p:spPr>
          <a:xfrm flipH="false" flipV="false" rot="0"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211" name="Shape 211"/>
          <p:cNvSpPr txBox="false"/>
          <p:nvPr isPhoto="false">
            <p:ph idx="5" type="body"/>
          </p:nvPr>
        </p:nvSpPr>
        <p:spPr>
          <a:xfrm flipH="false" flipV="false" rot="0">
            <a:off x="-77790" y="1320650"/>
            <a:ext cx="3124198" cy="4216690"/>
          </a:xfrm>
          <a:custGeom>
            <a:avLst/>
            <a:gdLst>
              <a:gd fmla="*/ 879796 w 3124198" name="connsiteX0"/>
              <a:gd fmla="*/ 0 h 4216690" name="connsiteY0"/>
              <a:gd fmla="*/ 1190290 w 3124198" name="connsiteX1"/>
              <a:gd fmla="*/ 0 h 4216690" name="connsiteY1"/>
              <a:gd fmla="*/ 1191185 w 3124198" name="connsiteX2"/>
              <a:gd fmla="*/ 0 h 4216690" name="connsiteY2"/>
              <a:gd fmla="*/ 1191185 w 3124198" name="connsiteX3"/>
              <a:gd fmla="*/ 25 h 4216690" name="connsiteY3"/>
              <a:gd fmla="*/ 1289808 w 3124198" name="connsiteX4"/>
              <a:gd fmla="*/ 2744 h 4216690" name="connsiteY4"/>
              <a:gd fmla="*/ 3124198 w 3124198" name="connsiteX5"/>
              <a:gd fmla="*/ 2108345 h 4216690" name="connsiteY5"/>
              <a:gd fmla="*/ 1289808 w 3124198" name="connsiteX6"/>
              <a:gd fmla="*/ 4213947 h 4216690" name="connsiteY6"/>
              <a:gd fmla="*/ 1191185 w 3124198" name="connsiteX7"/>
              <a:gd fmla="*/ 4216666 h 4216690" name="connsiteY7"/>
              <a:gd fmla="*/ 1191185 w 3124198" name="connsiteX8"/>
              <a:gd fmla="*/ 4216690 h 4216690" name="connsiteY8"/>
              <a:gd fmla="*/ 1190290 w 3124198" name="connsiteX9"/>
              <a:gd fmla="*/ 4216690 h 4216690" name="connsiteY9"/>
              <a:gd fmla="*/ 879796 w 3124198" name="connsiteX10"/>
              <a:gd fmla="*/ 4216690 h 4216690" name="connsiteY10"/>
              <a:gd fmla="*/ 0 w 3124198" name="connsiteX11"/>
              <a:gd fmla="*/ 0 h 4216690" name="connsiteY11"/>
              <a:gd fmla="*/ 651196 w 3124198" name="connsiteX12"/>
              <a:gd fmla="*/ 0 h 4216690" name="connsiteY12"/>
              <a:gd fmla="*/ 651196 w 3124198" name="connsiteX13"/>
              <a:gd fmla="*/ 4216690 h 4216690" name="connsiteY13"/>
              <a:gd fmla="*/ 0 w 3124198" name="connsiteX14"/>
              <a:gd fmla="*/ 4216690 h 4216690" name="connsiteY14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124198" name="ODFRight"/>
              <a:gd fmla="val 4216690" name="ODFBottom"/>
              <a:gd fmla="val 3124198" name="ODFWidth"/>
              <a:gd fmla="val 4216690" name="ODFHeight"/>
            </a:gdLst>
            <a:rect b="OXMLTextRectB" l="OXMLTextRectL" r="OXMLTextRectR" t="OXMLTextRectT"/>
            <a:pathLst>
              <a:path fill="norm" h="4216690" stroke="true" w="3124198">
                <a:moveTo>
                  <a:pt x="879796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879796" y="4216690"/>
                </a:lnTo>
                <a:close/>
                <a:moveTo>
                  <a:pt x="0" y="0"/>
                </a:moveTo>
                <a:lnTo>
                  <a:pt x="651196" y="0"/>
                </a:lnTo>
                <a:lnTo>
                  <a:pt x="651196" y="4216690"/>
                </a:lnTo>
                <a:lnTo>
                  <a:pt x="0" y="42166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defPPr/>
            <a:lvl1pPr indent="0" lvl="0" marL="0">
              <a:buNone/>
            </a:lvl1pPr>
          </a:lstStyle>
          <a:p/>
        </p:txBody>
      </p:sp>
      <p:sp>
        <p:nvSpPr>
          <p:cNvPr hidden="false" id="212" name="Shape 212"/>
          <p:cNvSpPr txBox="false"/>
          <p:nvPr isPhoto="false">
            <p:ph idx="6" type="body"/>
          </p:nvPr>
        </p:nvSpPr>
        <p:spPr>
          <a:xfrm flipH="false" flipV="false" rot="0">
            <a:off x="9142411" y="1339705"/>
            <a:ext cx="3124198" cy="4216690"/>
          </a:xfrm>
          <a:custGeom>
            <a:avLst/>
            <a:gdLst>
              <a:gd fmla="*/ 2476500 w 3124198" name="connsiteX0"/>
              <a:gd fmla="*/ 0 h 4216690" name="connsiteY0"/>
              <a:gd fmla="*/ 3124198 w 3124198" name="connsiteX1"/>
              <a:gd fmla="*/ 0 h 4216690" name="connsiteY1"/>
              <a:gd fmla="*/ 3124198 w 3124198" name="connsiteX2"/>
              <a:gd fmla="*/ 4216690 h 4216690" name="connsiteY2"/>
              <a:gd fmla="*/ 2476500 w 3124198" name="connsiteX3"/>
              <a:gd fmla="*/ 4216690 h 4216690" name="connsiteY3"/>
              <a:gd fmla="*/ 1933013 w 3124198" name="connsiteX4"/>
              <a:gd fmla="*/ 0 h 4216690" name="connsiteY4"/>
              <a:gd fmla="*/ 1933908 w 3124198" name="connsiteX5"/>
              <a:gd fmla="*/ 0 h 4216690" name="connsiteY5"/>
              <a:gd fmla="*/ 2247900 w 3124198" name="connsiteX6"/>
              <a:gd fmla="*/ 0 h 4216690" name="connsiteY6"/>
              <a:gd fmla="*/ 2247900 w 3124198" name="connsiteX7"/>
              <a:gd fmla="*/ 4216690 h 4216690" name="connsiteY7"/>
              <a:gd fmla="*/ 1933908 w 3124198" name="connsiteX8"/>
              <a:gd fmla="*/ 4216690 h 4216690" name="connsiteY8"/>
              <a:gd fmla="*/ 1933013 w 3124198" name="connsiteX9"/>
              <a:gd fmla="*/ 4216690 h 4216690" name="connsiteY9"/>
              <a:gd fmla="*/ 1933013 w 3124198" name="connsiteX10"/>
              <a:gd fmla="*/ 4216665 h 4216690" name="connsiteY10"/>
              <a:gd fmla="*/ 1834390 w 3124198" name="connsiteX11"/>
              <a:gd fmla="*/ 4213946 h 4216690" name="connsiteY11"/>
              <a:gd fmla="*/ 0 w 3124198" name="connsiteX12"/>
              <a:gd fmla="*/ 2108345 h 4216690" name="connsiteY12"/>
              <a:gd fmla="*/ 1834390 w 3124198" name="connsiteX13"/>
              <a:gd fmla="*/ 2743 h 4216690" name="connsiteY13"/>
              <a:gd fmla="*/ 1933013 w 3124198" name="connsiteX14"/>
              <a:gd fmla="*/ 24 h 4216690" name="connsiteY14"/>
              <a:gd fmla="val 0" name="OXMLTextRectL"/>
              <a:gd fmla="val 0" name="OXMLTextRectT"/>
              <a:gd fmla="val w" name="OXMLTextRectR"/>
              <a:gd fmla="val h" name="OXMLTextRectB"/>
              <a:gd fmla="*/ OXMLTextRectL 1 w" name="COTextRectL"/>
              <a:gd fmla="*/ OXMLTextRectT 1 h" name="COTextRectT"/>
              <a:gd fmla="*/ OXMLTextRectR 1 w" name="COTextRectR"/>
              <a:gd fmla="*/ OXMLTextRectB 1 h" name="COTextRectB"/>
              <a:gd fmla="val 0" name="ODFLeft"/>
              <a:gd fmla="val 0" name="ODFTop"/>
              <a:gd fmla="val 3124198" name="ODFRight"/>
              <a:gd fmla="val 4216690" name="ODFBottom"/>
              <a:gd fmla="val 3124198" name="ODFWidth"/>
              <a:gd fmla="val 4216690" name="ODFHeight"/>
            </a:gdLst>
            <a:rect b="OXMLTextRectB" l="OXMLTextRectL" r="OXMLTextRectR" t="OXMLTextRectT"/>
            <a:pathLst>
              <a:path fill="norm" h="4216690" stroke="true" w="3124198">
                <a:moveTo>
                  <a:pt x="2476500" y="0"/>
                </a:moveTo>
                <a:lnTo>
                  <a:pt x="3124198" y="0"/>
                </a:lnTo>
                <a:lnTo>
                  <a:pt x="3124198" y="4216690"/>
                </a:lnTo>
                <a:lnTo>
                  <a:pt x="2476500" y="4216690"/>
                </a:lnTo>
                <a:close/>
                <a:moveTo>
                  <a:pt x="1933013" y="0"/>
                </a:moveTo>
                <a:lnTo>
                  <a:pt x="1933908" y="0"/>
                </a:lnTo>
                <a:lnTo>
                  <a:pt x="2247900" y="0"/>
                </a:lnTo>
                <a:lnTo>
                  <a:pt x="2247900" y="4216690"/>
                </a:lnTo>
                <a:lnTo>
                  <a:pt x="1933908" y="4216690"/>
                </a:lnTo>
                <a:lnTo>
                  <a:pt x="1933013" y="4216690"/>
                </a:lnTo>
                <a:lnTo>
                  <a:pt x="1933013" y="4216665"/>
                </a:lnTo>
                <a:lnTo>
                  <a:pt x="1834390" y="4213946"/>
                </a:lnTo>
                <a:cubicBezTo>
                  <a:pt x="812571" y="4157479"/>
                  <a:pt x="0" y="3236364"/>
                  <a:pt x="0" y="2108345"/>
                </a:cubicBezTo>
                <a:cubicBezTo>
                  <a:pt x="0" y="980326"/>
                  <a:pt x="812571" y="59211"/>
                  <a:pt x="1834390" y="2743"/>
                </a:cubicBezTo>
                <a:lnTo>
                  <a:pt x="1933013" y="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defPPr/>
            <a:lvl1pPr indent="0" lvl="0" marL="0">
              <a:buNone/>
            </a:lvl1pPr>
          </a:lstStyle>
          <a:p/>
        </p:txBody>
      </p:sp>
      <p:sp>
        <p:nvSpPr>
          <p:cNvPr hidden="false" id="213" name="Shape 213"/>
          <p:cNvSpPr txBox="false"/>
          <p:nvPr isPhoto="false"/>
        </p:nvSpPr>
        <p:spPr>
          <a:xfrm flipH="false" flipV="false" rot="10800000">
            <a:off x="11390311" y="-1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4" name="Shape 214"/>
          <p:cNvSpPr txBox="false"/>
          <p:nvPr isPhoto="false"/>
        </p:nvSpPr>
        <p:spPr>
          <a:xfrm flipH="false" flipV="false" rot="10800000">
            <a:off x="573406" y="-2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0"/>
          <a:effectRef idx="0"/>
          <a:fontRef idx="none"/>
        </p:style>
        <p:txBody>
          <a:bodyPr anchor="ctr" bIns="45720" lIns="91440" rIns="91440" tIns="45720"/>
          <a:p>
            <a:pPr algn="ctr" indent="0" marL="0"/>
            <a:endParaRPr sz="24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3" Target="../slideLayouts/slideLayout2.xml" Type="http://schemas.openxmlformats.org/officeDocument/2006/relationships/slideLayout"/>
  <Relationship Id="rId11" Target="../slideLayouts/slideLayout10.xml" Type="http://schemas.openxmlformats.org/officeDocument/2006/relationships/slideLayout"/>
  <Relationship Id="rId8" Target="../slideLayouts/slideLayout7.xml" Type="http://schemas.openxmlformats.org/officeDocument/2006/relationships/slideLayout"/>
  <Relationship Id="rId5" Target="../slideLayouts/slideLayout4.xml" Type="http://schemas.openxmlformats.org/officeDocument/2006/relationships/slideLayout"/>
  <Relationship Id="rId12" Target="../slideLayouts/slideLayout11.xml" Type="http://schemas.openxmlformats.org/officeDocument/2006/relationships/slideLayout"/>
  <Relationship Id="rId4" Target="../slideLayouts/slideLayout3.xml" Type="http://schemas.openxmlformats.org/officeDocument/2006/relationships/slideLayout"/>
  <Relationship Id="rId10" Target="../slideLayouts/slideLayout9.xml" Type="http://schemas.openxmlformats.org/officeDocument/2006/relationships/slideLayout"/>
  <Relationship Id="rId6" Target="../slideLayouts/slideLayout5.xml" Type="http://schemas.openxmlformats.org/officeDocument/2006/relationships/slideLayout"/>
  <Relationship Id="rId2" Target="../slideLayouts/slideLayout1.xml" Type="http://schemas.openxmlformats.org/officeDocument/2006/relationships/slideLayout"/>
  <Relationship Id="rId1" Target="../theme/theme1.xml" Type="http://schemas.openxmlformats.org/officeDocument/2006/relationships/theme"/>
  <Relationship Id="rId14" Target="../slideLayouts/slideLayout13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13" Target="../slideLayouts/slideLayout12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1117309" y="76200"/>
            <a:ext cx="10157354" cy="1397000"/>
          </a:xfrm>
          <a:prstGeom prst="rect">
            <a:avLst/>
          </a:prstGeom>
        </p:spPr>
        <p:txBody>
          <a:bodyPr anchor="b" bIns="60949" lIns="121899" rIns="121899" tIns="60949" vert="horz">
            <a:normAutofit fontScale="100%" lnSpcReduction="0%"/>
          </a:bodyPr>
          <a:p>
            <a:r>
              <a:t>Образец заголовка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1117309" y="1701800"/>
            <a:ext cx="10157354" cy="4470400"/>
          </a:xfrm>
          <a:prstGeom prst="rect">
            <a:avLst/>
          </a:prstGeom>
        </p:spPr>
        <p:txBody>
          <a:bodyPr bIns="60949" lIns="121899" rIns="121899" tIns="60949" vert="horz">
            <a:normAutofit fontScale="100%" lnSpcReduction="0%"/>
          </a:bodyPr>
          <a:p>
            <a:pPr lvl="0"/>
            <a:r>
              <a:t>Щелкните, чтобы изменить стили текста образца слайда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1117309" y="6400801"/>
            <a:ext cx="2742486" cy="320675"/>
          </a:xfrm>
          <a:prstGeom prst="rect">
            <a:avLst/>
          </a:prstGeom>
        </p:spPr>
        <p:txBody>
          <a:bodyPr anchor="b" bIns="60949" lIns="121899" rIns="121899" tIns="60949" vert="horz"/>
          <a:lstStyle>
            <a:defPPr/>
            <a:lvl1pPr algn="l" indent="0" lvl="0" marL="0">
              <a:defRPr baseline="0" sz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indent="0" lvl="1" marL="609493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1218987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828480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2437973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3047467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3656960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4266453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4875947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20ГГ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3907842" y="6400801"/>
            <a:ext cx="6216301" cy="320675"/>
          </a:xfrm>
          <a:prstGeom prst="rect">
            <a:avLst/>
          </a:prstGeom>
        </p:spPr>
        <p:txBody>
          <a:bodyPr anchor="b" bIns="60949" lIns="121899" rIns="121899" tIns="60949" vert="horz"/>
          <a:lstStyle>
            <a:defPPr/>
            <a:lvl1pPr algn="ctr" indent="0" lvl="0" marL="0">
              <a:defRPr baseline="0" sz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indent="0" lvl="1" marL="609493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1218987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828480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2437973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3047467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3656960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4266453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4875947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10167146" y="6400801"/>
            <a:ext cx="1107517" cy="320675"/>
          </a:xfrm>
          <a:prstGeom prst="rect">
            <a:avLst/>
          </a:prstGeom>
        </p:spPr>
        <p:txBody>
          <a:bodyPr anchor="b" bIns="60949" lIns="121899" rIns="121899" tIns="60949" vert="horz"/>
          <a:lstStyle>
            <a:defPPr/>
            <a:lvl1pPr algn="r" indent="0" lvl="0" marL="0">
              <a:defRPr baseline="0" sz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indent="0" lvl="1" marL="609493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1218987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828480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2437973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3047467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3656960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4266453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4875947"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9A534C-EB0F-4C60-9292-E99261FE5522}" type="slidenum">
              <a:t>&lt;#&gt;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xStyles>
    <p:titleStyle>
      <a:defPPr/>
      <a:lvl1pPr algn="l" lvl="0">
        <a:lnSpc>
          <a:spcPct val="85000"/>
        </a:lnSpc>
        <a:buNone/>
        <a:defRPr baseline="0" cap="none" sz="44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defPPr/>
      <a:lvl1pPr algn="l" indent="-304747" lvl="0" marL="304747">
        <a:lnSpc>
          <a:spcPct val="95000"/>
        </a:lnSpc>
        <a:spcBef>
          <a:spcPts val="1866"/>
        </a:spcBef>
        <a:buSzPct val="100000"/>
        <a:buFont typeface="Arial"/>
        <a:buChar char="•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algn="l" indent="-304747" lvl="1" marL="731392">
        <a:lnSpc>
          <a:spcPct val="95000"/>
        </a:lnSpc>
        <a:spcBef>
          <a:spcPts val="1066"/>
        </a:spcBef>
        <a:buSzPct val="100000"/>
        <a:buFont typeface="Arial"/>
        <a:buChar char="•"/>
        <a:defRPr sz="2000">
          <a:solidFill>
            <a:schemeClr val="tx2"/>
          </a:solidFill>
          <a:latin typeface="+mn-lt"/>
          <a:ea typeface="+mn-ea"/>
          <a:cs typeface="+mn-cs"/>
        </a:defRPr>
      </a:lvl2pPr>
      <a:lvl3pPr algn="l" indent="-304747" lvl="2" marL="1158037">
        <a:lnSpc>
          <a:spcPct val="95000"/>
        </a:lnSpc>
        <a:spcBef>
          <a:spcPts val="1066"/>
        </a:spcBef>
        <a:buSzPct val="100000"/>
        <a:buFont typeface="Arial"/>
        <a:buChar char="•"/>
        <a:defRPr sz="1800">
          <a:solidFill>
            <a:schemeClr val="tx2"/>
          </a:solidFill>
          <a:latin typeface="+mn-lt"/>
          <a:ea typeface="+mn-ea"/>
          <a:cs typeface="+mn-cs"/>
        </a:defRPr>
      </a:lvl3pPr>
      <a:lvl4pPr algn="l" indent="-304747" lvl="3" marL="1584683">
        <a:lnSpc>
          <a:spcPct val="95000"/>
        </a:lnSpc>
        <a:spcBef>
          <a:spcPts val="1066"/>
        </a:spcBef>
        <a:buSzPct val="100000"/>
        <a:buFont typeface="Arial"/>
        <a:buChar char="•"/>
        <a:defRPr sz="1800">
          <a:solidFill>
            <a:schemeClr val="tx2"/>
          </a:solidFill>
          <a:latin typeface="+mn-lt"/>
          <a:ea typeface="+mn-ea"/>
          <a:cs typeface="+mn-cs"/>
        </a:defRPr>
      </a:lvl4pPr>
      <a:lvl5pPr algn="l" indent="-304746" lvl="4" marL="2011328">
        <a:lnSpc>
          <a:spcPct val="95000"/>
        </a:lnSpc>
        <a:spcBef>
          <a:spcPts val="1066"/>
        </a:spcBef>
        <a:buSzPct val="100000"/>
        <a:buFont typeface="Arial"/>
        <a:buChar char="•"/>
        <a:defRPr sz="1800">
          <a:solidFill>
            <a:schemeClr val="tx2"/>
          </a:solidFill>
          <a:latin typeface="+mn-lt"/>
          <a:ea typeface="+mn-ea"/>
          <a:cs typeface="+mn-cs"/>
        </a:defRPr>
      </a:lvl5pPr>
      <a:lvl6pPr algn="l" indent="-304747" lvl="5" marL="2437973">
        <a:lnSpc>
          <a:spcPct val="95000"/>
        </a:lnSpc>
        <a:spcBef>
          <a:spcPts val="1066"/>
        </a:spcBef>
        <a:buSzPct val="90000"/>
        <a:buFont typeface="Century Gothic"/>
        <a:buChar char="–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algn="l" indent="-304746" lvl="6" marL="2864619">
        <a:lnSpc>
          <a:spcPct val="95000"/>
        </a:lnSpc>
        <a:spcBef>
          <a:spcPts val="1066"/>
        </a:spcBef>
        <a:buSzPct val="90000"/>
        <a:buFont typeface="Century Gothic"/>
        <a:buChar char="–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algn="l" indent="-304746" lvl="7" marL="3291263">
        <a:lnSpc>
          <a:spcPct val="95000"/>
        </a:lnSpc>
        <a:spcBef>
          <a:spcPts val="1066"/>
        </a:spcBef>
        <a:buSzPct val="90000"/>
        <a:buFont typeface="Century Gothic"/>
        <a:buChar char="–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algn="l" indent="-304746" lvl="8" marL="3778859">
        <a:lnSpc>
          <a:spcPct val="95000"/>
        </a:lnSpc>
        <a:spcBef>
          <a:spcPts val="1066"/>
        </a:spcBef>
        <a:buSzPct val="90000"/>
        <a:buFont typeface="Century Gothic"/>
        <a:buChar char="–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2400">
          <a:latin typeface="+mn-lt"/>
          <a:ea typeface="+mn-ea"/>
          <a:cs typeface="+mn-cs"/>
        </a:defRPr>
      </a:lvl1pPr>
      <a:lvl2pPr algn="l" indent="0" lvl="1" marL="609493">
        <a:defRPr sz="2400">
          <a:latin typeface="+mn-lt"/>
          <a:ea typeface="+mn-ea"/>
          <a:cs typeface="+mn-cs"/>
        </a:defRPr>
      </a:lvl2pPr>
      <a:lvl3pPr algn="l" indent="0" lvl="2" marL="1218987">
        <a:defRPr sz="2400">
          <a:latin typeface="+mn-lt"/>
          <a:ea typeface="+mn-ea"/>
          <a:cs typeface="+mn-cs"/>
        </a:defRPr>
      </a:lvl3pPr>
      <a:lvl4pPr algn="l" indent="0" lvl="3" marL="1828480">
        <a:defRPr sz="2400">
          <a:latin typeface="+mn-lt"/>
          <a:ea typeface="+mn-ea"/>
          <a:cs typeface="+mn-cs"/>
        </a:defRPr>
      </a:lvl4pPr>
      <a:lvl5pPr algn="l" indent="0" lvl="4" marL="2437973">
        <a:defRPr sz="2400">
          <a:latin typeface="+mn-lt"/>
          <a:ea typeface="+mn-ea"/>
          <a:cs typeface="+mn-cs"/>
        </a:defRPr>
      </a:lvl5pPr>
      <a:lvl6pPr algn="l" indent="0" lvl="5" marL="3047467">
        <a:defRPr sz="2400">
          <a:latin typeface="+mn-lt"/>
          <a:ea typeface="+mn-ea"/>
          <a:cs typeface="+mn-cs"/>
        </a:defRPr>
      </a:lvl6pPr>
      <a:lvl7pPr algn="l" indent="0" lvl="6" marL="3656960">
        <a:defRPr sz="2400">
          <a:latin typeface="+mn-lt"/>
          <a:ea typeface="+mn-ea"/>
          <a:cs typeface="+mn-cs"/>
        </a:defRPr>
      </a:lvl7pPr>
      <a:lvl8pPr algn="l" indent="0" lvl="7" marL="4266453">
        <a:defRPr sz="2400">
          <a:latin typeface="+mn-lt"/>
          <a:ea typeface="+mn-ea"/>
          <a:cs typeface="+mn-cs"/>
        </a:defRPr>
      </a:lvl8pPr>
      <a:lvl9pPr algn="l" indent="0" lvl="8" marL="4875947">
        <a:defRPr sz="24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5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media/6.png" Type="http://schemas.openxmlformats.org/officeDocument/2006/relationships/image"/>
  <Relationship Id="rId2" Target="../slideLayouts/slideLayout8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media/7.jpe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media/2.jpeg" Type="http://schemas.openxmlformats.org/officeDocument/2006/relationships/image"/>
  <Relationship Id="rId2" Target="../slideLayouts/slideLayout10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media/8.png" Type="http://schemas.openxmlformats.org/officeDocument/2006/relationships/image"/>
  <Relationship Id="rId3" Target="../slideLayouts/slideLayout13.xml" Type="http://schemas.openxmlformats.org/officeDocument/2006/relationships/slideLayout"/>
  <Relationship Id="rId2" Target="../media/9.png" Type="http://schemas.openxmlformats.org/officeDocument/2006/relationships/image"/>
</Relationships>

</file>

<file path=ppt/slides/_rels/slide7.xml.rels><?xml version="1.0" encoding="UTF-8" standalone="no" ?>
<Relationships xmlns="http://schemas.openxmlformats.org/package/2006/relationships">
  <Relationship Id="rId1" Target="../media/10.png" Type="http://schemas.openxmlformats.org/officeDocument/2006/relationships/image"/>
  <Relationship Id="rId2" Target="../slideLayouts/slideLayout1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4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slideLayouts/slideLayout7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slideLayouts/slideLayout9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media/11.jpeg" Type="http://schemas.openxmlformats.org/officeDocument/2006/relationships/image"/>
  <Relationship Id="rId2" Target="../slideLayouts/slideLayout3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slideLayouts/slideLayout11.xml" Type="http://schemas.openxmlformats.org/officeDocument/2006/relationships/slideLayout"/>
</Relationships>

</file>

<file path=ppt/slides/slide1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15" name="GroupShape 21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16" name="Shape 216"/>
          <p:cNvSpPr txBox="true"/>
          <p:nvPr isPhoto="false">
            <p:ph idx="0" type="title"/>
          </p:nvPr>
        </p:nvSpPr>
        <p:spPr>
          <a:xfrm flipH="false" flipV="false" rot="0">
            <a:off x="3313113" y="1345911"/>
            <a:ext cx="5676899" cy="4166177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Набор слайдов для презентации</a:t>
            </a:r>
          </a:p>
        </p:txBody>
      </p:sp>
      <p:sp>
        <p:nvSpPr>
          <p:cNvPr hidden="false" id="217" name="Shape 217"/>
          <p:cNvSpPr txBox="true"/>
          <p:nvPr isPhoto="false">
            <p:ph idx="5" type="body"/>
          </p:nvPr>
        </p:nvSpPr>
        <p:spPr>
          <a:xfrm flipH="false" flipV="false" rot="0">
            <a:off x="3313112" y="5562601"/>
            <a:ext cx="5562599" cy="1295398"/>
          </a:xfrm>
          <a:prstGeom prst="rect">
            <a:avLst/>
          </a:prstGeom>
        </p:spPr>
        <p:txBody>
          <a:bodyPr anchor="ctr" bIns="60949" lIns="121899" rIns="121899" tIns="60949" vert="horz">
            <a:normAutofit fontScale="100%" lnSpcReduction="0%"/>
          </a:bodyPr>
          <a:lstStyle>
            <a:defPPr/>
            <a:lvl1pPr lvl="0"/>
          </a:lstStyle>
          <a:p>
            <a:pPr algn="ctr" indent="0" marL="0">
              <a:lnSpc>
                <a:spcPct val="9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Михаил Кириллов</a:t>
            </a:r>
          </a:p>
        </p:txBody>
      </p:sp>
    </p:spTree>
  </p:cSld>
</p:sld>
</file>

<file path=ppt/slides/slide2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18" name="GroupShape 21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19" name="Shape 219"/>
          <p:cNvSpPr txBox="true"/>
          <p:nvPr isPhoto="false">
            <p:ph idx="0" type="title"/>
          </p:nvPr>
        </p:nvSpPr>
        <p:spPr>
          <a:xfrm flipH="false" flipV="false" rot="0">
            <a:off x="4722812" y="914400"/>
            <a:ext cx="5181600" cy="2514600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l">
              <a:lnSpc>
                <a:spcPct val="85000"/>
              </a:lnSpc>
              <a:buNone/>
            </a:pPr>
            <a:r>
              <a:t>О нас</a:t>
            </a:r>
          </a:p>
        </p:txBody>
      </p:sp>
      <p:pic>
        <p:nvPicPr>
          <p:cNvPr hidden="false" id="221" name="Picture 221"/>
          <p:cNvPicPr preferRelativeResize="true"/>
          <p:nvPr isPhoto="false">
            <p:ph idx="3" type="body"/>
          </p:nvPr>
        </p:nvPicPr>
        <p:blipFill>
          <a:blip r:embed="rId1"/>
          <a:stretch/>
        </p:blipFill>
        <p:spPr>
          <a:xfrm flipH="false" flipV="false" rot="0">
            <a:off x="231775" y="17527"/>
            <a:ext cx="3944303" cy="6822059"/>
          </a:xfrm>
        </p:spPr>
      </p:pic>
      <p:sp>
        <p:nvSpPr>
          <p:cNvPr hidden="false" id="222" name="Shape 222"/>
          <p:cNvSpPr txBox="true"/>
          <p:nvPr isPhoto="false">
            <p:ph idx="1" type="body"/>
          </p:nvPr>
        </p:nvSpPr>
        <p:spPr>
          <a:xfrm flipH="false" flipV="false" rot="0">
            <a:off x="4722808" y="3657600"/>
            <a:ext cx="5181595" cy="2286000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Мы ставим перед собой цель модернизировать отрасли с помощью наших передовых решений</a:t>
            </a:r>
          </a:p>
        </p:txBody>
      </p:sp>
      <p:sp>
        <p:nvSpPr>
          <p:cNvPr hidden="false" id="223" name="Shape 22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C7A567C6-6970-4752-AC79-29DC98E5F42D}" type="slidenum">
              <a:t>2</a:t>
            </a:fld>
          </a:p>
        </p:txBody>
      </p:sp>
    </p:spTree>
  </p:cSld>
</p:sld>
</file>

<file path=ppt/slides/slide3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blipFill>
          <a:blip r:embed="rId1"/>
          <a:stretch/>
        </a:blipFill>
      </p:bgPr>
    </p:bg>
    <p:spTree>
      <p:nvGrpSpPr>
        <p:cNvPr hidden="false" id="224" name="GroupShape 22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5" name="Shape 225"/>
          <p:cNvSpPr txBox="true"/>
          <p:nvPr isPhoto="false">
            <p:ph idx="0" type="title"/>
          </p:nvPr>
        </p:nvSpPr>
        <p:spPr>
          <a:xfrm flipH="false" flipV="false" rot="0">
            <a:off x="2219155" y="533400"/>
            <a:ext cx="7750516" cy="2209801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Повестка дня</a:t>
            </a:r>
          </a:p>
        </p:txBody>
      </p:sp>
      <p:sp>
        <p:nvSpPr>
          <p:cNvPr hidden="false" id="226" name="Shape 226"/>
          <p:cNvSpPr txBox="true"/>
          <p:nvPr isPhoto="false">
            <p:ph idx="1" type="body"/>
          </p:nvPr>
        </p:nvSpPr>
        <p:spPr>
          <a:xfrm flipH="false" flipV="false" rot="0">
            <a:off x="2219154" y="2895600"/>
            <a:ext cx="7750516" cy="3352800"/>
          </a:xfrm>
          <a:prstGeom prst="rect">
            <a:avLst/>
          </a:prstGeom>
        </p:spPr>
        <p:txBody>
          <a:bodyPr anchor="t" bIns="45708" lIns="91416" rIns="91416" tIns="45708" vert="horz">
            <a:normAutofit fontScale="100%" lnSpcReduction="0%"/>
          </a:bodyPr>
          <a:lstStyle>
            <a:defPPr/>
            <a:lvl1pPr lvl="0"/>
          </a:lstStyle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О нас</a:t>
            </a:r>
          </a:p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Обзор продукта</a:t>
            </a:r>
          </a:p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Обзор рынка</a:t>
            </a:r>
          </a:p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Стратегия роста</a:t>
            </a:r>
          </a:p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Сводка</a:t>
            </a:r>
          </a:p>
        </p:txBody>
      </p:sp>
      <p:sp>
        <p:nvSpPr>
          <p:cNvPr hidden="false" id="227" name="Shape 22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C26914BB-68B2-4F54-9EDB-CC80ED847C41}" type="slidenum">
              <a:t>3</a:t>
            </a:fld>
          </a:p>
        </p:txBody>
      </p:sp>
    </p:spTree>
  </p:cSld>
</p:sld>
</file>

<file path=ppt/slides/slide4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blipFill>
          <a:blip r:embed="rId1"/>
          <a:stretch/>
        </a:blipFill>
      </p:bgPr>
    </p:bg>
    <p:spTree>
      <p:nvGrpSpPr>
        <p:cNvPr hidden="false" id="228" name="GroupShape 2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9" name="Shape 229"/>
          <p:cNvSpPr txBox="true"/>
          <p:nvPr isPhoto="false">
            <p:ph idx="0" type="title"/>
          </p:nvPr>
        </p:nvSpPr>
        <p:spPr>
          <a:xfrm flipH="false" flipV="false" rot="0">
            <a:off x="3275807" y="400051"/>
            <a:ext cx="5637210" cy="2914649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Обзор продукта</a:t>
            </a:r>
          </a:p>
        </p:txBody>
      </p:sp>
      <p:sp>
        <p:nvSpPr>
          <p:cNvPr hidden="false" id="230" name="Shape 230"/>
          <p:cNvSpPr txBox="true"/>
          <p:nvPr isPhoto="false">
            <p:ph idx="5" type="body"/>
          </p:nvPr>
        </p:nvSpPr>
        <p:spPr>
          <a:xfrm flipH="false" flipV="false" rot="0">
            <a:off x="3275807" y="3543300"/>
            <a:ext cx="5637210" cy="2628899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ctr" indent="0" marL="0">
              <a:lnSpc>
                <a:spcPct val="1250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t>Мы сочетаем функциональность и </a:t>
            </a:r>
            <a:br/>
            <a:r>
              <a:t>удобство использования и даем пользователям возможность </a:t>
            </a:r>
            <a:br/>
            <a:r>
              <a:t>упростить операции и </a:t>
            </a:r>
            <a:br/>
            <a:r>
              <a:t>повысить эффективность</a:t>
            </a:r>
          </a:p>
        </p:txBody>
      </p:sp>
      <p:sp>
        <p:nvSpPr>
          <p:cNvPr hidden="false" id="231" name="Shape 23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07A8AD5A-8098-4FFE-9851-EEECE89D8D39}" type="slidenum">
              <a:t>4</a:t>
            </a:fld>
          </a:p>
        </p:txBody>
      </p:sp>
    </p:spTree>
  </p:cSld>
</p:sld>
</file>

<file path=ppt/slides/slide5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32" name="GroupShape 23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33" name="Shape 233"/>
          <p:cNvSpPr txBox="true"/>
          <p:nvPr isPhoto="false">
            <p:ph idx="0" type="title"/>
          </p:nvPr>
        </p:nvSpPr>
        <p:spPr>
          <a:xfrm flipH="false" flipV="false" rot="0">
            <a:off x="1522418" y="990600"/>
            <a:ext cx="4343392" cy="4715764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Преимущества продукта</a:t>
            </a:r>
          </a:p>
        </p:txBody>
      </p:sp>
      <p:sp>
        <p:nvSpPr>
          <p:cNvPr hidden="false" id="234" name="Shape 234"/>
          <p:cNvSpPr txBox="true"/>
          <p:nvPr isPhoto="false">
            <p:ph idx="3" type="body"/>
          </p:nvPr>
        </p:nvSpPr>
        <p:spPr>
          <a:xfrm flipH="false" flipV="false" rot="0">
            <a:off x="6161756" y="990600"/>
            <a:ext cx="3962387" cy="4715764"/>
          </a:xfrm>
          <a:prstGeom prst="rect">
            <a:avLst/>
          </a:prstGeom>
        </p:spPr>
        <p:txBody>
          <a:bodyPr anchor="ctr">
            <a:normAutofit fontScale="100%" lnSpcReduction="0%"/>
          </a:bodyPr>
          <a:lstStyle>
            <a:defPPr/>
            <a:lvl1pPr lvl="0"/>
          </a:lstStyle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Повышенная производительность</a:t>
            </a:r>
          </a:p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Беспроблемная интеграция</a:t>
            </a:r>
          </a:p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Повышенное удобство использования</a:t>
            </a:r>
          </a:p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Масштабируемость для дальнейшего роста</a:t>
            </a:r>
          </a:p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Удобное для пользователей обучение</a:t>
            </a:r>
          </a:p>
        </p:txBody>
      </p:sp>
      <p:sp>
        <p:nvSpPr>
          <p:cNvPr hidden="false" id="235" name="Shape 23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81128D63-B65F-4F73-A251-72FCF7B6463A}" type="slidenum">
              <a:t>5</a:t>
            </a:fld>
          </a:p>
        </p:txBody>
      </p:sp>
    </p:spTree>
  </p:cSld>
</p:sld>
</file>

<file path=ppt/slides/slide6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36" name="GroupShape 2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37" name="Shape 237"/>
          <p:cNvSpPr txBox="true"/>
          <p:nvPr isPhoto="false">
            <p:ph idx="0" type="title"/>
          </p:nvPr>
        </p:nvSpPr>
        <p:spPr>
          <a:xfrm flipH="false" flipV="false" rot="0">
            <a:off x="3313113" y="1612902"/>
            <a:ext cx="5562599" cy="3632196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Обзор рынка</a:t>
            </a:r>
          </a:p>
        </p:txBody>
      </p:sp>
      <p:pic>
        <p:nvPicPr>
          <p:cNvPr hidden="false" id="239" name="Picture 239"/>
          <p:cNvPicPr preferRelativeResize="true"/>
          <p:nvPr isPhoto="false">
            <p:ph idx="5" type="body"/>
          </p:nvPr>
        </p:nvPicPr>
        <p:blipFill>
          <a:blip r:embed="rId1"/>
          <a:stretch/>
        </p:blipFill>
        <p:spPr>
          <a:xfrm flipH="false" flipV="false" rot="0">
            <a:off x="-77790" y="1320650"/>
            <a:ext cx="3124198" cy="4216690"/>
          </a:xfrm>
        </p:spPr>
      </p:pic>
      <p:pic>
        <p:nvPicPr>
          <p:cNvPr hidden="false" id="241" name="Picture 241"/>
          <p:cNvPicPr preferRelativeResize="true"/>
          <p:nvPr isPhoto="false">
            <p:ph idx="6" type="body"/>
          </p:nvPr>
        </p:nvPicPr>
        <p:blipFill>
          <a:blip r:embed="rId2"/>
          <a:stretch/>
        </p:blipFill>
        <p:spPr>
          <a:xfrm flipH="false" flipV="false" rot="0">
            <a:off x="9142411" y="1339705"/>
            <a:ext cx="3124198" cy="4216690"/>
          </a:xfrm>
        </p:spPr>
      </p:pic>
    </p:spTree>
  </p:cSld>
</p:sld>
</file>

<file path=ppt/slides/slide7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42" name="GroupShape 24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43" name="Shape 243"/>
          <p:cNvSpPr txBox="true"/>
          <p:nvPr isPhoto="false">
            <p:ph idx="0" type="title"/>
          </p:nvPr>
        </p:nvSpPr>
        <p:spPr>
          <a:xfrm flipH="false" flipV="false" rot="0">
            <a:off x="4971944" y="533400"/>
            <a:ext cx="6692771" cy="2209801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Сравнение рынков</a:t>
            </a:r>
          </a:p>
        </p:txBody>
      </p:sp>
      <p:pic>
        <p:nvPicPr>
          <p:cNvPr hidden="false" id="245" name="Picture 245"/>
          <p:cNvPicPr preferRelativeResize="true"/>
          <p:nvPr isPhoto="false">
            <p:ph idx="5" type="body"/>
          </p:nvPr>
        </p:nvPicPr>
        <p:blipFill>
          <a:blip r:embed="rId1"/>
          <a:stretch/>
        </p:blipFill>
        <p:spPr>
          <a:xfrm flipH="false" flipV="false" rot="0">
            <a:off x="248564" y="1851656"/>
            <a:ext cx="4148048" cy="5006340"/>
          </a:xfrm>
          <a:prstGeom prst="rect">
            <a:avLst/>
          </a:prstGeom>
        </p:spPr>
      </p:pic>
      <p:sp>
        <p:nvSpPr>
          <p:cNvPr hidden="false" id="246" name="Shape 246"/>
          <p:cNvSpPr txBox="true"/>
          <p:nvPr isPhoto="false">
            <p:ph idx="1" type="body"/>
          </p:nvPr>
        </p:nvSpPr>
        <p:spPr>
          <a:xfrm flipH="false" flipV="false" rot="0">
            <a:off x="4971946" y="3048000"/>
            <a:ext cx="6679975" cy="3352800"/>
          </a:xfrm>
          <a:prstGeom prst="rect">
            <a:avLst/>
          </a:prstGeom>
        </p:spPr>
        <p:txBody>
          <a:bodyPr anchor="t" bIns="45708" lIns="91416" rIns="91416" tIns="45708" vert="horz">
            <a:normAutofit fontScale="100%" lnSpcReduction="0%"/>
          </a:bodyPr>
          <a:lstStyle>
            <a:defPPr/>
            <a:lvl1pPr lvl="0"/>
          </a:lstStyle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Выделяется на рынке</a:t>
            </a:r>
          </a:p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Инновационные возможности</a:t>
            </a:r>
          </a:p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Предоставляет уникальное решение</a:t>
            </a:r>
          </a:p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Конкурентное преимущество</a:t>
            </a:r>
          </a:p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Дизайн, нацеленный на пользователя</a:t>
            </a:r>
          </a:p>
        </p:txBody>
      </p:sp>
      <p:sp>
        <p:nvSpPr>
          <p:cNvPr hidden="false" id="247" name="Shape 24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545D2452-D0DB-4418-B62E-74035D445E8E}" type="slidenum">
              <a:t>7</a:t>
            </a:fld>
          </a:p>
        </p:txBody>
      </p:sp>
    </p:spTree>
  </p:cSld>
</p:sld>
</file>

<file path=ppt/slides/slide8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48" name="GroupShape 24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49" name="Shape 249"/>
          <p:cNvSpPr txBox="true"/>
          <p:nvPr isPhoto="false">
            <p:ph idx="0" type="title"/>
          </p:nvPr>
        </p:nvSpPr>
        <p:spPr>
          <a:xfrm flipH="false" flipV="false" rot="0">
            <a:off x="686141" y="304800"/>
            <a:ext cx="10816542" cy="1409696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Конкурентный ландшафт</a:t>
            </a:r>
          </a:p>
        </p:txBody>
      </p:sp>
      <p:sp>
        <p:nvSpPr>
          <p:cNvPr hidden="false" id="250" name="Shape 250"/>
          <p:cNvSpPr txBox="true"/>
          <p:nvPr isPhoto="false">
            <p:ph idx="2" type="body"/>
          </p:nvPr>
        </p:nvSpPr>
        <p:spPr>
          <a:xfrm flipH="false" flipV="false" rot="0">
            <a:off x="1190685" y="1962145"/>
            <a:ext cx="4761153" cy="4210054"/>
          </a:xfrm>
          <a:prstGeom prst="rect">
            <a:avLst/>
          </a:prstGeom>
        </p:spPr>
        <p:txBody>
          <a:bodyPr anchor="t" bIns="45708" lIns="91416" rIns="91416" tIns="45708" vert="horz">
            <a:normAutofit fontScale="100%" lnSpcReduction="0%"/>
          </a:bodyPr>
          <a:lstStyle>
            <a:defPPr/>
            <a:lvl1pPr lvl="0"/>
          </a:lstStyle>
          <a:p>
            <a:pPr algn="l" indent="-304747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Сильная позиция на рынке</a:t>
            </a:r>
          </a:p>
          <a:p>
            <a:pPr algn="l" indent="-304747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Позиционирует себя как лидер рынка</a:t>
            </a:r>
          </a:p>
          <a:p>
            <a:pPr algn="l" indent="-304747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Опора на надежную инфраструктуру</a:t>
            </a:r>
          </a:p>
          <a:p>
            <a:pPr algn="l" indent="-304747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Выделенная группа специалистов</a:t>
            </a:r>
          </a:p>
          <a:p>
            <a:pPr algn="l" indent="-304747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Опережение конкурентов</a:t>
            </a:r>
          </a:p>
          <a:p>
            <a:pPr algn="l" indent="-304747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Узнаваемая торговая марка</a:t>
            </a:r>
          </a:p>
        </p:txBody>
      </p:sp>
      <p:sp>
        <p:nvSpPr>
          <p:cNvPr hidden="false" id="251" name="Shape 251"/>
          <p:cNvSpPr txBox="true"/>
          <p:nvPr isPhoto="false">
            <p:ph idx="4" type="body"/>
          </p:nvPr>
        </p:nvSpPr>
        <p:spPr>
          <a:xfrm flipH="false" flipV="false" rot="0">
            <a:off x="6236990" y="1962145"/>
            <a:ext cx="4761153" cy="4210054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l" indent="-609494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Больше гибкости и адаптивности</a:t>
            </a:r>
          </a:p>
          <a:p>
            <a:pPr algn="l" indent="-609494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Повысить конкурентоспособность</a:t>
            </a:r>
          </a:p>
          <a:p>
            <a:pPr algn="l" indent="-609494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Возможность быстрой адаптации</a:t>
            </a:r>
          </a:p>
          <a:p>
            <a:pPr algn="l" indent="-609494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Быть на шаг впереди</a:t>
            </a:r>
          </a:p>
          <a:p>
            <a:pPr algn="l" indent="-609494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Постоянно улучшать предложения</a:t>
            </a:r>
          </a:p>
          <a:p>
            <a:pPr algn="l" indent="-609494" marL="304747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Интегрировать отзывы пользователей</a:t>
            </a:r>
          </a:p>
        </p:txBody>
      </p:sp>
      <p:sp>
        <p:nvSpPr>
          <p:cNvPr hidden="false" id="252" name="Shape 25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C591D1AB-B927-4455-BB4D-FA73600B6D75}" type="slidenum">
              <a:t>8</a:t>
            </a:fld>
          </a:p>
        </p:txBody>
      </p:sp>
    </p:spTree>
  </p:cSld>
</p:sld>
</file>

<file path=ppt/slides/slide9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53" name="GroupShape 25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54" name="Shape 254"/>
          <p:cNvSpPr txBox="true"/>
          <p:nvPr isPhoto="false">
            <p:ph idx="0" type="title"/>
          </p:nvPr>
        </p:nvSpPr>
        <p:spPr>
          <a:xfrm flipH="false" flipV="false" rot="0">
            <a:off x="684212" y="304800"/>
            <a:ext cx="10816543" cy="1409696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Популярность</a:t>
            </a:r>
          </a:p>
        </p:txBody>
      </p:sp>
      <p:sp>
        <p:nvSpPr>
          <p:cNvPr hidden="false" id="255" name="Shape 255"/>
          <p:cNvSpPr txBox="true"/>
          <p:nvPr isPhoto="false">
            <p:ph idx="2" type="body"/>
          </p:nvPr>
        </p:nvSpPr>
        <p:spPr>
          <a:xfrm flipH="false" flipV="false" rot="0">
            <a:off x="1190685" y="1981199"/>
            <a:ext cx="4761153" cy="4343403"/>
          </a:xfrm>
          <a:prstGeom prst="rect">
            <a:avLst/>
          </a:prstGeom>
        </p:spPr>
        <p:txBody>
          <a:bodyPr anchor="t" bIns="45708" lIns="91416" rIns="91416" tIns="45708" vert="horz">
            <a:normAutofit fontScale="100%" lnSpcReduction="0%"/>
          </a:bodyPr>
          <a:lstStyle>
            <a:defPPr/>
            <a:lvl1pPr lvl="0"/>
          </a:lstStyle>
          <a:p>
            <a:pPr algn="l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Запуск продукта</a:t>
            </a:r>
          </a:p>
          <a:p>
            <a:pPr lvl="1"/>
            <a:r>
              <a:t>Успешное внедрение нашего продукта на рынок</a:t>
            </a:r>
          </a:p>
          <a:p>
            <a:pPr algn="l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Переход порога в 10 000 пользователей</a:t>
            </a:r>
          </a:p>
          <a:p>
            <a:pPr lvl="1"/>
            <a:r>
              <a:t>Значительная пользовательская база, что указывает на растущий спрос</a:t>
            </a:r>
          </a:p>
          <a:p>
            <a:pPr algn="l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Стратегическое партнерство</a:t>
            </a:r>
          </a:p>
          <a:p>
            <a:pPr lvl="1"/>
            <a:r>
              <a:t>Расширение возможностей и присутствия на рынке</a:t>
            </a:r>
          </a:p>
        </p:txBody>
      </p:sp>
      <p:graphicFrame>
        <p:nvGraphicFramePr>
          <p:cNvPr hidden="false" id="256" name="Table 256"/>
          <p:cNvGraphicFramePr/>
          <p:nvPr isPhoto="false">
            <p:ph idx="3" type="body"/>
          </p:nvPr>
        </p:nvGraphicFramePr>
        <p:xfrm flipH="false" flipV="false" rot="0">
          <a:off x="6237288" y="1981200"/>
          <a:ext cx="4886324" cy="4343400"/>
        </p:xfrm>
        <a:graphic>
          <a:graphicData uri="http://schemas.openxmlformats.org/drawingml/2006/table">
            <a:tbl>
              <a:tblPr bandCol="false" bandRow="true" firstCol="false" firstRow="true" lastCol="false" lastRow="false">
                <a:tableStyleId>{69012ECD-51FC-41F1-AA8D-1B2483CD663E}</a:tableStyleId>
              </a:tblPr>
              <a:tblGrid>
                <a:gridCol w="2981324"/>
                <a:gridCol w="1905000"/>
              </a:tblGrid>
              <a:tr h="86868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/>
                        <a:t>Веха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/>
                        <a:t>Квартал</a:t>
                      </a:r>
                    </a:p>
                  </a:txBody>
                  <a:tcPr anchor="ctr" anchorCtr="false" marB="45708" marL="91416" marR="91416" marT="45708" vert="horz"/>
                </a:tc>
              </a:tr>
              <a:tr h="86868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rgbClr val="000000"/>
                          </a:solidFill>
                        </a:rPr>
                        <a:t>Запуск продукта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rgbClr val="000000"/>
                          </a:solidFill>
                        </a:rPr>
                        <a:t>1-й кв.</a:t>
                      </a:r>
                    </a:p>
                  </a:txBody>
                  <a:tcPr anchor="ctr" anchorCtr="false" marB="45708" marL="91416" marR="91416" marT="45708" vert="horz"/>
                </a:tc>
              </a:tr>
              <a:tr h="86868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rgbClr val="000000"/>
                          </a:solidFill>
                        </a:rPr>
                        <a:t>Переход порога в 10 000 пользователей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rgbClr val="000000"/>
                          </a:solidFill>
                        </a:rPr>
                        <a:t>2-й кв.</a:t>
                      </a:r>
                    </a:p>
                  </a:txBody>
                  <a:tcPr anchor="ctr" anchorCtr="false" marB="45708" marL="91416" marR="91416" marT="45708" vert="horz"/>
                </a:tc>
              </a:tr>
              <a:tr h="86868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rgbClr val="000000"/>
                          </a:solidFill>
                        </a:rPr>
                        <a:t>Стратегическое партнерство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rgbClr val="000000"/>
                          </a:solidFill>
                        </a:rPr>
                        <a:t>3-й кв.</a:t>
                      </a:r>
                    </a:p>
                  </a:txBody>
                  <a:tcPr anchor="ctr" anchorCtr="false" marB="45708" marL="91416" marR="91416" marT="45708" vert="horz"/>
                </a:tc>
              </a:tr>
              <a:tr h="868680">
                <a:tc gridSpan="1" hMerge="false" rowSpan="1" vMerge="false">
                  <a:txBody>
                    <a:bodyPr/>
                    <a:lstStyle>
                      <a:defPPr/>
                      <a:lvl1pPr lvl="0">
                        <a:buNone/>
                      </a:lvl1pPr>
                      <a:lvl2pPr lvl="1">
                        <a:buNone/>
                      </a:lvl2pPr>
                      <a:lvl3pPr lvl="2">
                        <a:buNone/>
                      </a:lvl3pPr>
                      <a:lvl4pPr lvl="3">
                        <a:buNone/>
                      </a:lvl4pPr>
                      <a:lvl5pPr lvl="4">
                        <a:buNone/>
                      </a:lvl5pPr>
                      <a:lvl6pPr lvl="5">
                        <a:buNone/>
                      </a:lvl6pPr>
                      <a:lvl7pPr lvl="6">
                        <a:buNone/>
                      </a:lvl7pPr>
                      <a:lvl8pPr lvl="7">
                        <a:buNone/>
                      </a:lvl8pPr>
                      <a:lvl9pPr lvl="8">
                        <a:buNone/>
                      </a:lvl9pPr>
                    </a:lstStyle>
                    <a:p>
                      <a:pPr algn="ctr" indent="0" lvl="0" marL="0"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</a:rPr>
                        <a:t>Запуск рекламной кампании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rgbClr val="000000"/>
                          </a:solidFill>
                        </a:rPr>
                        <a:t>4-й кв.</a:t>
                      </a:r>
                    </a:p>
                  </a:txBody>
                  <a:tcPr anchor="ctr" anchorCtr="false" marB="45708" marL="91416" marR="91416" marT="45708" vert="horz"/>
                </a:tc>
              </a:tr>
            </a:tbl>
          </a:graphicData>
        </a:graphic>
      </p:graphicFrame>
      <p:sp>
        <p:nvSpPr>
          <p:cNvPr hidden="false" id="257" name="Shape 25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8FEBE4A2-1E06-417F-A248-444360B8D943}" type="slidenum">
              <a:t>9</a:t>
            </a:fld>
          </a:p>
        </p:txBody>
      </p:sp>
    </p:spTree>
  </p:cSld>
</p:sld>
</file>

<file path=ppt/slides/slide10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58" name="GroupShape 25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59" name="Shape 259"/>
          <p:cNvSpPr txBox="true"/>
          <p:nvPr isPhoto="false">
            <p:ph idx="0" type="title"/>
          </p:nvPr>
        </p:nvSpPr>
        <p:spPr>
          <a:xfrm flipH="false" flipV="false" rot="0">
            <a:off x="684212" y="304800"/>
            <a:ext cx="10820400" cy="1409696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Финансовые показатели</a:t>
            </a:r>
          </a:p>
        </p:txBody>
      </p:sp>
      <p:graphicFrame>
        <p:nvGraphicFramePr>
          <p:cNvPr hidden="false" id="260" name="Table 260"/>
          <p:cNvGraphicFramePr/>
          <p:nvPr isPhoto="false">
            <p:ph idx="1" type="body"/>
          </p:nvPr>
        </p:nvGraphicFramePr>
        <p:xfrm flipH="false" flipV="false" rot="0">
          <a:off x="1293813" y="1984375"/>
          <a:ext cx="9601200" cy="4343404"/>
        </p:xfrm>
        <a:graphic>
          <a:graphicData uri="http://schemas.openxmlformats.org/drawingml/2006/table">
            <a:tbl>
              <a:tblPr bandCol="false" bandRow="true" firstCol="false" firstRow="true" lastCol="false" lastRow="false">
                <a:tableStyleId>{69012ECD-51FC-41F1-AA8D-1B2483CD663E}</a:tableStyleId>
              </a:tblPr>
              <a:tblGrid>
                <a:gridCol w="2400300"/>
                <a:gridCol w="2400300"/>
                <a:gridCol w="2400300"/>
                <a:gridCol w="2400300"/>
              </a:tblGrid>
              <a:tr h="70220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bg1"/>
                          </a:solidFill>
                        </a:rPr>
                        <a:t>Квартал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bg1"/>
                          </a:solidFill>
                        </a:rPr>
                        <a:t>Доход (₽)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bg1"/>
                          </a:solidFill>
                        </a:rPr>
                        <a:t>Расходы (₽)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bg1"/>
                          </a:solidFill>
                        </a:rPr>
                        <a:t>Чистая прибыль (₽)</a:t>
                      </a:r>
                    </a:p>
                  </a:txBody>
                  <a:tcPr anchor="ctr" anchorCtr="false" marB="45708" marL="91416" marR="91416" marT="45708" vert="horz"/>
                </a:tc>
              </a:tr>
              <a:tr h="910301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1-й кв.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200 000 ₽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150 000 ₽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50 000 ₽</a:t>
                      </a:r>
                    </a:p>
                  </a:txBody>
                  <a:tcPr anchor="ctr" anchorCtr="false" marB="45708" marL="91416" marR="91416" marT="45708" vert="horz"/>
                </a:tc>
              </a:tr>
              <a:tr h="910301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2-й кв.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300 000 ₽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200 000 ₽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100 000 ₽</a:t>
                      </a:r>
                    </a:p>
                  </a:txBody>
                  <a:tcPr anchor="ctr" anchorCtr="false" marB="45708" marL="91416" marR="91416" marT="45708" vert="horz"/>
                </a:tc>
              </a:tr>
              <a:tr h="910301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3-й кв.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400 000 ₽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250 000 ₽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150 000 ₽</a:t>
                      </a:r>
                    </a:p>
                  </a:txBody>
                  <a:tcPr anchor="ctr" anchorCtr="false" marB="45708" marL="91416" marR="91416" marT="45708" vert="horz"/>
                </a:tc>
              </a:tr>
              <a:tr h="910301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4-й кв.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300 000 ₽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200 000 ₽</a:t>
                      </a:r>
                    </a:p>
                  </a:txBody>
                  <a:tcPr anchor="ctr" anchorCtr="false" marB="45708" marL="91416" marR="91416" marT="45708" vert="horz"/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400">
                          <a:solidFill>
                            <a:schemeClr val="tx2"/>
                          </a:solidFill>
                        </a:rPr>
                        <a:t>100 000 ₽</a:t>
                      </a:r>
                    </a:p>
                  </a:txBody>
                  <a:tcPr anchor="ctr" anchorCtr="false" marB="45708" marL="91416" marR="91416" marT="45708" vert="horz"/>
                </a:tc>
              </a:tr>
            </a:tbl>
          </a:graphicData>
        </a:graphic>
      </p:graphicFrame>
      <p:sp>
        <p:nvSpPr>
          <p:cNvPr hidden="false" id="261" name="Shape 26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70C588B7-DCA8-4EDC-8B52-D6636D317C66}" type="slidenum">
              <a:t>10</a:t>
            </a:fld>
          </a:p>
        </p:txBody>
      </p:sp>
    </p:spTree>
  </p:cSld>
</p:sld>
</file>

<file path=ppt/slides/slide11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62" name="GroupShape 26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63" name="Shape 263"/>
          <p:cNvSpPr txBox="true"/>
          <p:nvPr isPhoto="false">
            <p:ph idx="0" type="title"/>
          </p:nvPr>
        </p:nvSpPr>
        <p:spPr>
          <a:xfrm flipH="false" flipV="false" rot="0">
            <a:off x="1830856" y="533400"/>
            <a:ext cx="8527112" cy="2209801"/>
          </a:xfrm>
          <a:prstGeom prst="rect">
            <a:avLst/>
          </a:prstGeom>
        </p:spPr>
        <p:txBody>
          <a:bodyPr anchor="ctr"/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Двухлетний план действий</a:t>
            </a:r>
          </a:p>
        </p:txBody>
      </p:sp>
      <p:sp>
        <p:nvSpPr>
          <p:cNvPr hidden="false" id="264" name="Shape 264"/>
          <p:cNvSpPr txBox="true"/>
          <p:nvPr isPhoto="false">
            <p:ph idx="1" type="body"/>
          </p:nvPr>
        </p:nvSpPr>
        <p:spPr>
          <a:xfrm flipH="false" flipV="false" rot="0">
            <a:off x="1827211" y="2933697"/>
            <a:ext cx="4114801" cy="3390903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Расширять охват рынка за счет стратегических партнерских отношений</a:t>
            </a:r>
          </a:p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Совершенствовать функции продукта на основе отзывов пользователей</a:t>
            </a:r>
          </a:p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Изучать возможности международного рынка</a:t>
            </a:r>
          </a:p>
        </p:txBody>
      </p:sp>
      <p:sp>
        <p:nvSpPr>
          <p:cNvPr hidden="false" id="265" name="Shape 26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52816837-484F-4FF9-91CC-0BBA8CD4775E}" type="slidenum">
              <a:t>11</a:t>
            </a:fld>
          </a:p>
        </p:txBody>
      </p:sp>
    </p:spTree>
  </p:cSld>
</p:sld>
</file>

<file path=ppt/slides/slide12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blipFill>
          <a:blip r:embed="rId1"/>
          <a:stretch/>
        </a:blipFill>
      </p:bgPr>
    </p:bg>
    <p:spTree>
      <p:nvGrpSpPr>
        <p:cNvPr hidden="false" id="266" name="GroupShape 26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67" name="Shape 267"/>
          <p:cNvSpPr txBox="true"/>
          <p:nvPr isPhoto="false">
            <p:ph idx="0" type="title"/>
          </p:nvPr>
        </p:nvSpPr>
        <p:spPr>
          <a:xfrm flipH="false" flipV="false" rot="0">
            <a:off x="3656014" y="533400"/>
            <a:ext cx="8153380" cy="2209801"/>
          </a:xfrm>
          <a:prstGeom prst="rect">
            <a:avLst/>
          </a:prstGeom>
        </p:spPr>
        <p:txBody>
          <a:bodyPr anchor="ctr"/>
          <a:lstStyle>
            <a:defPPr/>
            <a:lvl1pPr lvl="0"/>
          </a:lstStyle>
          <a:p>
            <a:pPr algn="l">
              <a:lnSpc>
                <a:spcPct val="85000"/>
              </a:lnSpc>
              <a:buNone/>
            </a:pPr>
            <a:r>
              <a:t>Сводка</a:t>
            </a:r>
          </a:p>
        </p:txBody>
      </p:sp>
      <p:sp>
        <p:nvSpPr>
          <p:cNvPr hidden="false" id="268" name="Shape 268"/>
          <p:cNvSpPr txBox="true"/>
          <p:nvPr isPhoto="false">
            <p:ph idx="1" type="body"/>
          </p:nvPr>
        </p:nvSpPr>
        <p:spPr>
          <a:xfrm flipH="false" flipV="false" rot="0">
            <a:off x="3656014" y="2971800"/>
            <a:ext cx="4724397" cy="3048000"/>
          </a:xfrm>
          <a:prstGeom prst="rect">
            <a:avLst/>
          </a:prstGeom>
        </p:spPr>
        <p:txBody>
          <a:bodyPr anchor="t" bIns="45708" lIns="91416" rIns="91416" tIns="45708" vert="horz">
            <a:normAutofit fontScale="100%" lnSpcReduction="0%"/>
          </a:bodyPr>
          <a:lstStyle>
            <a:defPPr/>
            <a:lvl1pPr lvl="0"/>
          </a:lstStyle>
          <a:p>
            <a:pPr algn="l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С этим продуктом компания Adatum Corporation может добиться успеха на динамичном рынке. Сосредоточившись на новациях, удобстве для пользователя и стратегическом росте, мы планируем достичь новых высот в следующем году. Твердая решимость добиться удовлетворенности пользователей определяет все аспекты нашей работы.</a:t>
            </a:r>
          </a:p>
        </p:txBody>
      </p:sp>
      <p:sp>
        <p:nvSpPr>
          <p:cNvPr hidden="false" id="269" name="Shape 269"/>
          <p:cNvSpPr txBox="true"/>
          <p:nvPr isPhoto="false">
            <p:ph idx="3" type="body"/>
          </p:nvPr>
        </p:nvSpPr>
        <p:spPr>
          <a:xfrm flipH="false" flipV="false" rot="0">
            <a:off x="8609012" y="2986053"/>
            <a:ext cx="3200383" cy="3017417"/>
          </a:xfrm>
          <a:prstGeom prst="rect">
            <a:avLst/>
          </a:prstGeom>
        </p:spPr>
        <p:txBody>
          <a:bodyPr anchor="t">
            <a:normAutofit fontScale="100%" lnSpcReduction="0%"/>
          </a:bodyPr>
          <a:lstStyle>
            <a:defPPr/>
            <a:lvl1pPr lvl="0"/>
          </a:lstStyle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Удачное позиционирование на рынке</a:t>
            </a:r>
          </a:p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Мощная стратегия роста</a:t>
            </a:r>
          </a:p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Новаторская разработка продукта</a:t>
            </a:r>
          </a:p>
          <a:p>
            <a:pPr algn="l" indent="-285750" marL="28575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Char char="•"/>
            </a:pPr>
            <a:r>
              <a:t>Твердая решимость добиться удовлетворенности пользователей</a:t>
            </a:r>
          </a:p>
        </p:txBody>
      </p:sp>
      <p:sp>
        <p:nvSpPr>
          <p:cNvPr hidden="false" id="270" name="Shape 27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r" indent="0" marL="0"/>
            <a:fld id="{25BDB726-3E11-4BF1-94FD-F8440A94AF2D}" type="slidenum">
              <a:t>12</a:t>
            </a:fld>
          </a:p>
        </p:txBody>
      </p:sp>
    </p:spTree>
  </p:cSld>
</p:sld>
</file>

<file path=ppt/slides/slide13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71" name="GroupShape 27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72" name="Shape 272"/>
          <p:cNvSpPr txBox="true"/>
          <p:nvPr isPhoto="false">
            <p:ph idx="0" type="title"/>
          </p:nvPr>
        </p:nvSpPr>
        <p:spPr>
          <a:xfrm flipH="false" flipV="false" rot="0">
            <a:off x="3428933" y="762000"/>
            <a:ext cx="5330955" cy="2552700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lnSpc>
                <a:spcPct val="85000"/>
              </a:lnSpc>
              <a:buNone/>
            </a:pPr>
            <a:r>
              <a:t>Спасибо</a:t>
            </a:r>
          </a:p>
        </p:txBody>
      </p:sp>
      <p:sp>
        <p:nvSpPr>
          <p:cNvPr hidden="false" id="273" name="Shape 273"/>
          <p:cNvSpPr txBox="true"/>
          <p:nvPr isPhoto="false">
            <p:ph idx="1" type="body"/>
          </p:nvPr>
        </p:nvSpPr>
        <p:spPr>
          <a:xfrm flipH="false" flipV="false" rot="0">
            <a:off x="3428933" y="3467100"/>
            <a:ext cx="5330955" cy="2400300"/>
          </a:xfrm>
          <a:prstGeom prst="rect">
            <a:avLst/>
          </a:prstGeom>
        </p:spPr>
        <p:txBody>
          <a:bodyPr>
            <a:normAutofit fontScale="100%" lnSpcReduction="0%"/>
          </a:bodyPr>
          <a:lstStyle>
            <a:defPPr/>
            <a:lvl1pPr lvl="0"/>
          </a:lstStyle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Mikhail Kirillov</a:t>
            </a:r>
          </a:p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</a:p>
          <a:p>
            <a:pPr algn="ctr" indent="0" marL="0">
              <a:lnSpc>
                <a:spcPct val="125000"/>
              </a:lnSpc>
              <a:spcBef>
                <a:spcPts val="1866"/>
              </a:spcBef>
              <a:buSzPct val="100000"/>
              <a:buFont typeface="Arial"/>
              <a:buNone/>
            </a:pPr>
            <a:r>
              <a:t>mikkirillov@yandex.ru</a:t>
            </a:r>
          </a:p>
        </p:txBody>
      </p:sp>
    </p:spTree>
  </p:cSld>
</p:sld>
</file>

<file path=ppt/theme/theme1.xml><?xml version="1.0" encoding="utf-8"?>
<a:theme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Пользовательская">
  <a:themeElements>
    <a:clrScheme name="Custom 173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000000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ustom 100">
      <a:majorFont>
        <a:latin typeface="Niagara Soli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MyOffice-CoreFramework-macOS/40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2023-08-29T05:27:55Z</dcterms:created>
  <dcterms:modified xsi:type="dcterms:W3CDTF">2026-09-07T16:25:38Z</dcterms:modified>
</cp:coreProperties>
</file>